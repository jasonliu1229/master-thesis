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4"/>
    <p:sldMasterId id="2147484114" r:id="rId5"/>
  </p:sldMasterIdLst>
  <p:sldIdLst>
    <p:sldId id="257" r:id="rId6"/>
    <p:sldId id="270" r:id="rId7"/>
    <p:sldId id="271" r:id="rId8"/>
    <p:sldId id="273" r:id="rId9"/>
    <p:sldId id="274" r:id="rId10"/>
    <p:sldId id="278" r:id="rId11"/>
    <p:sldId id="279" r:id="rId12"/>
    <p:sldId id="280" r:id="rId13"/>
    <p:sldId id="281" r:id="rId14"/>
    <p:sldId id="283" r:id="rId15"/>
  </p:sldIdLst>
  <p:sldSz cx="12192000" cy="6858000"/>
  <p:notesSz cx="6805613" cy="99441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196">
          <p15:clr>
            <a:srgbClr val="A4A3A4"/>
          </p15:clr>
        </p15:guide>
        <p15:guide id="2" orient="horz" pos="3127">
          <p15:clr>
            <a:srgbClr val="A4A3A4"/>
          </p15:clr>
        </p15:guide>
        <p15:guide id="3" pos="197">
          <p15:clr>
            <a:srgbClr val="A4A3A4"/>
          </p15:clr>
        </p15:guide>
        <p15:guide id="4" pos="2144">
          <p15:clr>
            <a:srgbClr val="A4A3A4"/>
          </p15:clr>
        </p15:guide>
        <p15:guide id="5" pos="409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2131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12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>
        <p:guide orient="horz" pos="196"/>
        <p:guide orient="horz" pos="3127"/>
        <p:guide pos="197"/>
        <p:guide pos="2144"/>
        <p:guide pos="409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e Dehaen" userId="dd5cf3d5-f72f-4957-8c3a-681aa483c101" providerId="ADAL" clId="{1E10213C-F747-4ED6-9B33-DBE4C3A73485}"/>
    <pc:docChg chg="custSel modSld modMainMaster">
      <pc:chgData name="Anne Dehaen" userId="dd5cf3d5-f72f-4957-8c3a-681aa483c101" providerId="ADAL" clId="{1E10213C-F747-4ED6-9B33-DBE4C3A73485}" dt="2021-04-01T12:10:15.200" v="17"/>
      <pc:docMkLst>
        <pc:docMk/>
      </pc:docMkLst>
      <pc:sldChg chg="addSp delSp modSp mod">
        <pc:chgData name="Anne Dehaen" userId="dd5cf3d5-f72f-4957-8c3a-681aa483c101" providerId="ADAL" clId="{1E10213C-F747-4ED6-9B33-DBE4C3A73485}" dt="2021-04-01T12:09:58.145" v="13"/>
        <pc:sldMkLst>
          <pc:docMk/>
          <pc:sldMk cId="964587325" sldId="259"/>
        </pc:sldMkLst>
        <pc:picChg chg="del">
          <ac:chgData name="Anne Dehaen" userId="dd5cf3d5-f72f-4957-8c3a-681aa483c101" providerId="ADAL" clId="{1E10213C-F747-4ED6-9B33-DBE4C3A73485}" dt="2021-04-01T12:09:56.989" v="12" actId="478"/>
          <ac:picMkLst>
            <pc:docMk/>
            <pc:sldMk cId="964587325" sldId="259"/>
            <ac:picMk id="14" creationId="{6F35EADE-8AA8-47AF-87A2-F01F0B00CC89}"/>
          </ac:picMkLst>
        </pc:picChg>
        <pc:picChg chg="add mod">
          <ac:chgData name="Anne Dehaen" userId="dd5cf3d5-f72f-4957-8c3a-681aa483c101" providerId="ADAL" clId="{1E10213C-F747-4ED6-9B33-DBE4C3A73485}" dt="2021-04-01T12:09:58.145" v="13"/>
          <ac:picMkLst>
            <pc:docMk/>
            <pc:sldMk cId="964587325" sldId="259"/>
            <ac:picMk id="15" creationId="{5AE456E2-3316-426B-AAB7-A4E53F7F8013}"/>
          </ac:picMkLst>
        </pc:picChg>
      </pc:sldChg>
      <pc:sldChg chg="addSp delSp modSp mod">
        <pc:chgData name="Anne Dehaen" userId="dd5cf3d5-f72f-4957-8c3a-681aa483c101" providerId="ADAL" clId="{1E10213C-F747-4ED6-9B33-DBE4C3A73485}" dt="2021-04-01T12:10:07.803" v="15"/>
        <pc:sldMkLst>
          <pc:docMk/>
          <pc:sldMk cId="557475416" sldId="261"/>
        </pc:sldMkLst>
        <pc:picChg chg="del">
          <ac:chgData name="Anne Dehaen" userId="dd5cf3d5-f72f-4957-8c3a-681aa483c101" providerId="ADAL" clId="{1E10213C-F747-4ED6-9B33-DBE4C3A73485}" dt="2021-04-01T12:10:06.800" v="14" actId="478"/>
          <ac:picMkLst>
            <pc:docMk/>
            <pc:sldMk cId="557475416" sldId="261"/>
            <ac:picMk id="26" creationId="{2CED7979-6D1F-4012-974F-E0564810A1CB}"/>
          </ac:picMkLst>
        </pc:picChg>
        <pc:picChg chg="del">
          <ac:chgData name="Anne Dehaen" userId="dd5cf3d5-f72f-4957-8c3a-681aa483c101" providerId="ADAL" clId="{1E10213C-F747-4ED6-9B33-DBE4C3A73485}" dt="2021-04-01T12:10:06.800" v="14" actId="478"/>
          <ac:picMkLst>
            <pc:docMk/>
            <pc:sldMk cId="557475416" sldId="261"/>
            <ac:picMk id="27" creationId="{066E794C-4945-4555-8775-3372E39B532C}"/>
          </ac:picMkLst>
        </pc:picChg>
        <pc:picChg chg="add mod">
          <ac:chgData name="Anne Dehaen" userId="dd5cf3d5-f72f-4957-8c3a-681aa483c101" providerId="ADAL" clId="{1E10213C-F747-4ED6-9B33-DBE4C3A73485}" dt="2021-04-01T12:10:07.803" v="15"/>
          <ac:picMkLst>
            <pc:docMk/>
            <pc:sldMk cId="557475416" sldId="261"/>
            <ac:picMk id="28" creationId="{122B7EBA-1041-4DE0-B974-3CBDDD84ABB1}"/>
          </ac:picMkLst>
        </pc:picChg>
        <pc:picChg chg="add mod">
          <ac:chgData name="Anne Dehaen" userId="dd5cf3d5-f72f-4957-8c3a-681aa483c101" providerId="ADAL" clId="{1E10213C-F747-4ED6-9B33-DBE4C3A73485}" dt="2021-04-01T12:10:07.803" v="15"/>
          <ac:picMkLst>
            <pc:docMk/>
            <pc:sldMk cId="557475416" sldId="261"/>
            <ac:picMk id="29" creationId="{B643E4A8-FB5F-4B14-ABF1-7691CDA48C2E}"/>
          </ac:picMkLst>
        </pc:picChg>
      </pc:sldChg>
      <pc:sldChg chg="addSp delSp modSp mod">
        <pc:chgData name="Anne Dehaen" userId="dd5cf3d5-f72f-4957-8c3a-681aa483c101" providerId="ADAL" clId="{1E10213C-F747-4ED6-9B33-DBE4C3A73485}" dt="2021-04-01T12:10:15.200" v="17"/>
        <pc:sldMkLst>
          <pc:docMk/>
          <pc:sldMk cId="902727841" sldId="262"/>
        </pc:sldMkLst>
        <pc:picChg chg="del">
          <ac:chgData name="Anne Dehaen" userId="dd5cf3d5-f72f-4957-8c3a-681aa483c101" providerId="ADAL" clId="{1E10213C-F747-4ED6-9B33-DBE4C3A73485}" dt="2021-04-01T12:10:14.360" v="16" actId="478"/>
          <ac:picMkLst>
            <pc:docMk/>
            <pc:sldMk cId="902727841" sldId="262"/>
            <ac:picMk id="15" creationId="{BBB6FCA8-0289-4810-B560-D82553435093}"/>
          </ac:picMkLst>
        </pc:picChg>
        <pc:picChg chg="add mod">
          <ac:chgData name="Anne Dehaen" userId="dd5cf3d5-f72f-4957-8c3a-681aa483c101" providerId="ADAL" clId="{1E10213C-F747-4ED6-9B33-DBE4C3A73485}" dt="2021-04-01T12:10:15.200" v="17"/>
          <ac:picMkLst>
            <pc:docMk/>
            <pc:sldMk cId="902727841" sldId="262"/>
            <ac:picMk id="16" creationId="{6E742290-CB4E-4F30-967C-AD82A0769A6B}"/>
          </ac:picMkLst>
        </pc:picChg>
      </pc:sldChg>
      <pc:sldMasterChg chg="addSp delSp modSp mod modSldLayout">
        <pc:chgData name="Anne Dehaen" userId="dd5cf3d5-f72f-4957-8c3a-681aa483c101" providerId="ADAL" clId="{1E10213C-F747-4ED6-9B33-DBE4C3A73485}" dt="2021-04-01T12:09:49.141" v="11"/>
        <pc:sldMasterMkLst>
          <pc:docMk/>
          <pc:sldMasterMk cId="0" sldId="2147483777"/>
        </pc:sldMasterMkLst>
        <pc:picChg chg="del">
          <ac:chgData name="Anne Dehaen" userId="dd5cf3d5-f72f-4957-8c3a-681aa483c101" providerId="ADAL" clId="{1E10213C-F747-4ED6-9B33-DBE4C3A73485}" dt="2021-04-01T12:09:28.083" v="2" actId="478"/>
          <ac:picMkLst>
            <pc:docMk/>
            <pc:sldMasterMk cId="0" sldId="2147483777"/>
            <ac:picMk id="17" creationId="{F86DBF94-63C4-4970-8B5C-24DFCA9BB4A5}"/>
          </ac:picMkLst>
        </pc:picChg>
        <pc:picChg chg="add mod">
          <ac:chgData name="Anne Dehaen" userId="dd5cf3d5-f72f-4957-8c3a-681aa483c101" providerId="ADAL" clId="{1E10213C-F747-4ED6-9B33-DBE4C3A73485}" dt="2021-04-01T12:09:28.986" v="3"/>
          <ac:picMkLst>
            <pc:docMk/>
            <pc:sldMasterMk cId="0" sldId="2147483777"/>
            <ac:picMk id="18" creationId="{28FB73F1-7269-47FF-86D6-7DE691640759}"/>
          </ac:picMkLst>
        </pc:picChg>
        <pc:sldLayoutChg chg="addSp delSp modSp mod">
          <pc:chgData name="Anne Dehaen" userId="dd5cf3d5-f72f-4957-8c3a-681aa483c101" providerId="ADAL" clId="{1E10213C-F747-4ED6-9B33-DBE4C3A73485}" dt="2021-04-01T12:09:49.141" v="11"/>
          <pc:sldLayoutMkLst>
            <pc:docMk/>
            <pc:sldMasterMk cId="0" sldId="2147483777"/>
            <pc:sldLayoutMk cId="1833643519" sldId="2147484106"/>
          </pc:sldLayoutMkLst>
          <pc:picChg chg="del">
            <ac:chgData name="Anne Dehaen" userId="dd5cf3d5-f72f-4957-8c3a-681aa483c101" providerId="ADAL" clId="{1E10213C-F747-4ED6-9B33-DBE4C3A73485}" dt="2021-04-01T12:09:48.469" v="10" actId="478"/>
            <ac:picMkLst>
              <pc:docMk/>
              <pc:sldMasterMk cId="0" sldId="2147483777"/>
              <pc:sldLayoutMk cId="1833643519" sldId="2147484106"/>
              <ac:picMk id="21" creationId="{E1943118-6965-43EC-8711-01AF426D509D}"/>
            </ac:picMkLst>
          </pc:picChg>
          <pc:picChg chg="add mod">
            <ac:chgData name="Anne Dehaen" userId="dd5cf3d5-f72f-4957-8c3a-681aa483c101" providerId="ADAL" clId="{1E10213C-F747-4ED6-9B33-DBE4C3A73485}" dt="2021-04-01T12:09:49.141" v="11"/>
            <ac:picMkLst>
              <pc:docMk/>
              <pc:sldMasterMk cId="0" sldId="2147483777"/>
              <pc:sldLayoutMk cId="1833643519" sldId="2147484106"/>
              <ac:picMk id="22" creationId="{752406CF-E1DB-4F93-8F26-924E16946274}"/>
            </ac:picMkLst>
          </pc:picChg>
        </pc:sldLayoutChg>
      </pc:sldMasterChg>
      <pc:sldMasterChg chg="modSldLayout">
        <pc:chgData name="Anne Dehaen" userId="dd5cf3d5-f72f-4957-8c3a-681aa483c101" providerId="ADAL" clId="{1E10213C-F747-4ED6-9B33-DBE4C3A73485}" dt="2021-04-01T12:09:39.382" v="9"/>
        <pc:sldMasterMkLst>
          <pc:docMk/>
          <pc:sldMasterMk cId="1811548678" sldId="2147484114"/>
        </pc:sldMasterMkLst>
        <pc:sldLayoutChg chg="addSp delSp modSp mod">
          <pc:chgData name="Anne Dehaen" userId="dd5cf3d5-f72f-4957-8c3a-681aa483c101" providerId="ADAL" clId="{1E10213C-F747-4ED6-9B33-DBE4C3A73485}" dt="2021-04-01T12:09:15.366" v="1"/>
          <pc:sldLayoutMkLst>
            <pc:docMk/>
            <pc:sldMasterMk cId="1811548678" sldId="2147484114"/>
            <pc:sldLayoutMk cId="381238430" sldId="2147483648"/>
          </pc:sldLayoutMkLst>
          <pc:picChg chg="del">
            <ac:chgData name="Anne Dehaen" userId="dd5cf3d5-f72f-4957-8c3a-681aa483c101" providerId="ADAL" clId="{1E10213C-F747-4ED6-9B33-DBE4C3A73485}" dt="2021-04-01T12:09:14.495" v="0" actId="478"/>
            <ac:picMkLst>
              <pc:docMk/>
              <pc:sldMasterMk cId="1811548678" sldId="2147484114"/>
              <pc:sldLayoutMk cId="381238430" sldId="2147483648"/>
              <ac:picMk id="15" creationId="{AAC9C254-D4C0-426A-BFFB-A9182432AA6B}"/>
            </ac:picMkLst>
          </pc:picChg>
          <pc:picChg chg="add mod">
            <ac:chgData name="Anne Dehaen" userId="dd5cf3d5-f72f-4957-8c3a-681aa483c101" providerId="ADAL" clId="{1E10213C-F747-4ED6-9B33-DBE4C3A73485}" dt="2021-04-01T12:09:15.366" v="1"/>
            <ac:picMkLst>
              <pc:docMk/>
              <pc:sldMasterMk cId="1811548678" sldId="2147484114"/>
              <pc:sldLayoutMk cId="381238430" sldId="2147483648"/>
              <ac:picMk id="16" creationId="{D9C957F6-60B6-4D8B-A101-1844D34A62D3}"/>
            </ac:picMkLst>
          </pc:picChg>
        </pc:sldLayoutChg>
        <pc:sldLayoutChg chg="addSp delSp modSp mod">
          <pc:chgData name="Anne Dehaen" userId="dd5cf3d5-f72f-4957-8c3a-681aa483c101" providerId="ADAL" clId="{1E10213C-F747-4ED6-9B33-DBE4C3A73485}" dt="2021-04-01T12:09:34.052" v="5"/>
          <pc:sldLayoutMkLst>
            <pc:docMk/>
            <pc:sldMasterMk cId="1811548678" sldId="2147484114"/>
            <pc:sldLayoutMk cId="3523788952" sldId="2147483649"/>
          </pc:sldLayoutMkLst>
          <pc:picChg chg="del">
            <ac:chgData name="Anne Dehaen" userId="dd5cf3d5-f72f-4957-8c3a-681aa483c101" providerId="ADAL" clId="{1E10213C-F747-4ED6-9B33-DBE4C3A73485}" dt="2021-04-01T12:09:33.250" v="4" actId="478"/>
            <ac:picMkLst>
              <pc:docMk/>
              <pc:sldMasterMk cId="1811548678" sldId="2147484114"/>
              <pc:sldLayoutMk cId="3523788952" sldId="2147483649"/>
              <ac:picMk id="16" creationId="{9A839E09-7551-4587-8B35-E861DE0BE44E}"/>
            </ac:picMkLst>
          </pc:picChg>
          <pc:picChg chg="add mod">
            <ac:chgData name="Anne Dehaen" userId="dd5cf3d5-f72f-4957-8c3a-681aa483c101" providerId="ADAL" clId="{1E10213C-F747-4ED6-9B33-DBE4C3A73485}" dt="2021-04-01T12:09:34.052" v="5"/>
            <ac:picMkLst>
              <pc:docMk/>
              <pc:sldMasterMk cId="1811548678" sldId="2147484114"/>
              <pc:sldLayoutMk cId="3523788952" sldId="2147483649"/>
              <ac:picMk id="17" creationId="{B9DEEA89-1D64-4629-B832-554B89D05163}"/>
            </ac:picMkLst>
          </pc:picChg>
        </pc:sldLayoutChg>
        <pc:sldLayoutChg chg="addSp delSp modSp mod">
          <pc:chgData name="Anne Dehaen" userId="dd5cf3d5-f72f-4957-8c3a-681aa483c101" providerId="ADAL" clId="{1E10213C-F747-4ED6-9B33-DBE4C3A73485}" dt="2021-04-01T12:09:36.775" v="7"/>
          <pc:sldLayoutMkLst>
            <pc:docMk/>
            <pc:sldMasterMk cId="1811548678" sldId="2147484114"/>
            <pc:sldLayoutMk cId="4196090107" sldId="2147483651"/>
          </pc:sldLayoutMkLst>
          <pc:picChg chg="del">
            <ac:chgData name="Anne Dehaen" userId="dd5cf3d5-f72f-4957-8c3a-681aa483c101" providerId="ADAL" clId="{1E10213C-F747-4ED6-9B33-DBE4C3A73485}" dt="2021-04-01T12:09:36.004" v="6" actId="478"/>
            <ac:picMkLst>
              <pc:docMk/>
              <pc:sldMasterMk cId="1811548678" sldId="2147484114"/>
              <pc:sldLayoutMk cId="4196090107" sldId="2147483651"/>
              <ac:picMk id="13" creationId="{93F007BB-068E-40C2-8F6A-62703A190540}"/>
            </ac:picMkLst>
          </pc:picChg>
          <pc:picChg chg="add mod">
            <ac:chgData name="Anne Dehaen" userId="dd5cf3d5-f72f-4957-8c3a-681aa483c101" providerId="ADAL" clId="{1E10213C-F747-4ED6-9B33-DBE4C3A73485}" dt="2021-04-01T12:09:36.775" v="7"/>
            <ac:picMkLst>
              <pc:docMk/>
              <pc:sldMasterMk cId="1811548678" sldId="2147484114"/>
              <pc:sldLayoutMk cId="4196090107" sldId="2147483651"/>
              <ac:picMk id="14" creationId="{5364E5CA-8701-44A9-9FAA-5375A1F5CEBF}"/>
            </ac:picMkLst>
          </pc:picChg>
        </pc:sldLayoutChg>
        <pc:sldLayoutChg chg="addSp delSp modSp mod">
          <pc:chgData name="Anne Dehaen" userId="dd5cf3d5-f72f-4957-8c3a-681aa483c101" providerId="ADAL" clId="{1E10213C-F747-4ED6-9B33-DBE4C3A73485}" dt="2021-04-01T12:09:39.382" v="9"/>
          <pc:sldLayoutMkLst>
            <pc:docMk/>
            <pc:sldMasterMk cId="1811548678" sldId="2147484114"/>
            <pc:sldLayoutMk cId="2810974587" sldId="2147483653"/>
          </pc:sldLayoutMkLst>
          <pc:picChg chg="del">
            <ac:chgData name="Anne Dehaen" userId="dd5cf3d5-f72f-4957-8c3a-681aa483c101" providerId="ADAL" clId="{1E10213C-F747-4ED6-9B33-DBE4C3A73485}" dt="2021-04-01T12:09:38.643" v="8" actId="478"/>
            <ac:picMkLst>
              <pc:docMk/>
              <pc:sldMasterMk cId="1811548678" sldId="2147484114"/>
              <pc:sldLayoutMk cId="2810974587" sldId="2147483653"/>
              <ac:picMk id="15" creationId="{AE248FE0-DB8A-48A1-80B6-E68A8123344B}"/>
            </ac:picMkLst>
          </pc:picChg>
          <pc:picChg chg="add mod">
            <ac:chgData name="Anne Dehaen" userId="dd5cf3d5-f72f-4957-8c3a-681aa483c101" providerId="ADAL" clId="{1E10213C-F747-4ED6-9B33-DBE4C3A73485}" dt="2021-04-01T12:09:39.382" v="9"/>
            <ac:picMkLst>
              <pc:docMk/>
              <pc:sldMasterMk cId="1811548678" sldId="2147484114"/>
              <pc:sldLayoutMk cId="2810974587" sldId="2147483653"/>
              <ac:picMk id="16" creationId="{D1E7E4FE-EB1E-4D7F-8B3F-62E84FC8F5CA}"/>
            </ac:picMkLst>
          </pc:pic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50DB30-ACAA-40F9-8F55-DED8F3393D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9CE5DD-2D11-4D91-9F55-B8EAF42CED9C}">
      <dgm:prSet/>
      <dgm:spPr/>
      <dgm:t>
        <a:bodyPr/>
        <a:lstStyle/>
        <a:p>
          <a:pPr>
            <a:defRPr cap="all"/>
          </a:pPr>
          <a:r>
            <a:rPr lang="nl-BE" b="1" i="0"/>
            <a:t>Problem</a:t>
          </a:r>
          <a:endParaRPr lang="en-US"/>
        </a:p>
      </dgm:t>
    </dgm:pt>
    <dgm:pt modelId="{84A51572-981D-44B0-8262-1BE33195AEF5}" type="parTrans" cxnId="{6856488F-ACEA-4063-81D2-F2A4C17FE0E2}">
      <dgm:prSet/>
      <dgm:spPr/>
      <dgm:t>
        <a:bodyPr/>
        <a:lstStyle/>
        <a:p>
          <a:endParaRPr lang="en-US"/>
        </a:p>
      </dgm:t>
    </dgm:pt>
    <dgm:pt modelId="{562C58A0-88C8-44D1-B7C3-882BE4B215B2}" type="sibTrans" cxnId="{6856488F-ACEA-4063-81D2-F2A4C17FE0E2}">
      <dgm:prSet/>
      <dgm:spPr/>
      <dgm:t>
        <a:bodyPr/>
        <a:lstStyle/>
        <a:p>
          <a:endParaRPr lang="en-US"/>
        </a:p>
      </dgm:t>
    </dgm:pt>
    <dgm:pt modelId="{8E031C1A-2970-4BF8-859D-B64EDB0E5E46}">
      <dgm:prSet/>
      <dgm:spPr/>
      <dgm:t>
        <a:bodyPr/>
        <a:lstStyle/>
        <a:p>
          <a:pPr>
            <a:defRPr cap="all"/>
          </a:pPr>
          <a:r>
            <a:rPr lang="nl-BE" b="1" i="0" dirty="0"/>
            <a:t>Solution</a:t>
          </a:r>
          <a:endParaRPr lang="en-US" dirty="0"/>
        </a:p>
      </dgm:t>
    </dgm:pt>
    <dgm:pt modelId="{F9907D4E-48F6-4444-88C8-D0DDE25E3936}" type="parTrans" cxnId="{D0381720-C356-404B-B098-A177F248B39B}">
      <dgm:prSet/>
      <dgm:spPr/>
      <dgm:t>
        <a:bodyPr/>
        <a:lstStyle/>
        <a:p>
          <a:endParaRPr lang="en-US"/>
        </a:p>
      </dgm:t>
    </dgm:pt>
    <dgm:pt modelId="{32F44216-2CBA-43FB-B4C7-C39BA7CDC500}" type="sibTrans" cxnId="{D0381720-C356-404B-B098-A177F248B39B}">
      <dgm:prSet/>
      <dgm:spPr/>
      <dgm:t>
        <a:bodyPr/>
        <a:lstStyle/>
        <a:p>
          <a:endParaRPr lang="en-US"/>
        </a:p>
      </dgm:t>
    </dgm:pt>
    <dgm:pt modelId="{273B371C-FBAE-47C6-A5DF-D65795EC3A2F}">
      <dgm:prSet/>
      <dgm:spPr/>
      <dgm:t>
        <a:bodyPr/>
        <a:lstStyle/>
        <a:p>
          <a:pPr>
            <a:defRPr cap="all"/>
          </a:pPr>
          <a:r>
            <a:rPr lang="nl-BE" b="1" i="0"/>
            <a:t>Progress</a:t>
          </a:r>
          <a:endParaRPr lang="en-US"/>
        </a:p>
      </dgm:t>
    </dgm:pt>
    <dgm:pt modelId="{86069B33-461D-432F-A158-6623A50D1486}" type="parTrans" cxnId="{513A13F6-2387-4541-8203-1625474906B6}">
      <dgm:prSet/>
      <dgm:spPr/>
      <dgm:t>
        <a:bodyPr/>
        <a:lstStyle/>
        <a:p>
          <a:endParaRPr lang="en-US"/>
        </a:p>
      </dgm:t>
    </dgm:pt>
    <dgm:pt modelId="{D0C9C92D-08E9-4782-8DCE-E2025E754BF3}" type="sibTrans" cxnId="{513A13F6-2387-4541-8203-1625474906B6}">
      <dgm:prSet/>
      <dgm:spPr/>
      <dgm:t>
        <a:bodyPr/>
        <a:lstStyle/>
        <a:p>
          <a:endParaRPr lang="en-US"/>
        </a:p>
      </dgm:t>
    </dgm:pt>
    <dgm:pt modelId="{86C4EC34-286E-4BA5-811A-2A75C261AA44}">
      <dgm:prSet/>
      <dgm:spPr/>
      <dgm:t>
        <a:bodyPr/>
        <a:lstStyle/>
        <a:p>
          <a:pPr>
            <a:defRPr cap="all"/>
          </a:pPr>
          <a:r>
            <a:rPr lang="nl-BE" b="1" i="0"/>
            <a:t>Key takeaways</a:t>
          </a:r>
          <a:endParaRPr lang="en-US"/>
        </a:p>
      </dgm:t>
    </dgm:pt>
    <dgm:pt modelId="{BC533E27-4493-4F67-A1B4-6CA3DB133A72}" type="parTrans" cxnId="{8768D9F6-36EE-46A6-AE5C-512CF707F572}">
      <dgm:prSet/>
      <dgm:spPr/>
      <dgm:t>
        <a:bodyPr/>
        <a:lstStyle/>
        <a:p>
          <a:endParaRPr lang="en-US"/>
        </a:p>
      </dgm:t>
    </dgm:pt>
    <dgm:pt modelId="{16ED4713-25BB-45E3-8725-22CE8893A33D}" type="sibTrans" cxnId="{8768D9F6-36EE-46A6-AE5C-512CF707F572}">
      <dgm:prSet/>
      <dgm:spPr/>
      <dgm:t>
        <a:bodyPr/>
        <a:lstStyle/>
        <a:p>
          <a:endParaRPr lang="en-US"/>
        </a:p>
      </dgm:t>
    </dgm:pt>
    <dgm:pt modelId="{DE82E119-8150-439D-9705-2CDE75AE19A6}" type="pres">
      <dgm:prSet presAssocID="{D950DB30-ACAA-40F9-8F55-DED8F3393D4E}" presName="root" presStyleCnt="0">
        <dgm:presLayoutVars>
          <dgm:dir/>
          <dgm:resizeHandles val="exact"/>
        </dgm:presLayoutVars>
      </dgm:prSet>
      <dgm:spPr/>
    </dgm:pt>
    <dgm:pt modelId="{846A877A-817D-48DA-97AA-4C89D8FAA22A}" type="pres">
      <dgm:prSet presAssocID="{E99CE5DD-2D11-4D91-9F55-B8EAF42CED9C}" presName="compNode" presStyleCnt="0"/>
      <dgm:spPr/>
    </dgm:pt>
    <dgm:pt modelId="{09D3D674-0D7A-4BEF-9E79-50E5F2596738}" type="pres">
      <dgm:prSet presAssocID="{E99CE5DD-2D11-4D91-9F55-B8EAF42CED9C}" presName="iconBgRect" presStyleLbl="bgShp" presStyleIdx="0" presStyleCnt="4"/>
      <dgm:spPr/>
    </dgm:pt>
    <dgm:pt modelId="{D202B5F7-E71F-4226-8635-1B89198FE1CE}" type="pres">
      <dgm:prSet presAssocID="{E99CE5DD-2D11-4D91-9F55-B8EAF42CED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FB58F02-D529-4F85-97E9-C22638AE90D7}" type="pres">
      <dgm:prSet presAssocID="{E99CE5DD-2D11-4D91-9F55-B8EAF42CED9C}" presName="spaceRect" presStyleCnt="0"/>
      <dgm:spPr/>
    </dgm:pt>
    <dgm:pt modelId="{D396D921-983C-4FA3-8E92-83CC29806A25}" type="pres">
      <dgm:prSet presAssocID="{E99CE5DD-2D11-4D91-9F55-B8EAF42CED9C}" presName="textRect" presStyleLbl="revTx" presStyleIdx="0" presStyleCnt="4">
        <dgm:presLayoutVars>
          <dgm:chMax val="1"/>
          <dgm:chPref val="1"/>
        </dgm:presLayoutVars>
      </dgm:prSet>
      <dgm:spPr/>
    </dgm:pt>
    <dgm:pt modelId="{48DED780-B873-47C8-AD82-5EB83F5F04F6}" type="pres">
      <dgm:prSet presAssocID="{562C58A0-88C8-44D1-B7C3-882BE4B215B2}" presName="sibTrans" presStyleCnt="0"/>
      <dgm:spPr/>
    </dgm:pt>
    <dgm:pt modelId="{E8A9C9EA-ABB9-46CD-8DBF-3AD666959AF0}" type="pres">
      <dgm:prSet presAssocID="{8E031C1A-2970-4BF8-859D-B64EDB0E5E46}" presName="compNode" presStyleCnt="0"/>
      <dgm:spPr/>
    </dgm:pt>
    <dgm:pt modelId="{AA62B71C-035E-4825-A801-78C3FCDB2B89}" type="pres">
      <dgm:prSet presAssocID="{8E031C1A-2970-4BF8-859D-B64EDB0E5E46}" presName="iconBgRect" presStyleLbl="bgShp" presStyleIdx="1" presStyleCnt="4"/>
      <dgm:spPr/>
    </dgm:pt>
    <dgm:pt modelId="{F58BB4C2-8170-4A31-8157-28032BB69BAF}" type="pres">
      <dgm:prSet presAssocID="{8E031C1A-2970-4BF8-859D-B64EDB0E5E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BA1187A-0E69-4285-B8F7-1A46BF352078}" type="pres">
      <dgm:prSet presAssocID="{8E031C1A-2970-4BF8-859D-B64EDB0E5E46}" presName="spaceRect" presStyleCnt="0"/>
      <dgm:spPr/>
    </dgm:pt>
    <dgm:pt modelId="{0FFD61E3-FE4D-4EE5-B63E-90945C137E07}" type="pres">
      <dgm:prSet presAssocID="{8E031C1A-2970-4BF8-859D-B64EDB0E5E46}" presName="textRect" presStyleLbl="revTx" presStyleIdx="1" presStyleCnt="4">
        <dgm:presLayoutVars>
          <dgm:chMax val="1"/>
          <dgm:chPref val="1"/>
        </dgm:presLayoutVars>
      </dgm:prSet>
      <dgm:spPr/>
    </dgm:pt>
    <dgm:pt modelId="{4EBC29E3-632A-4BEA-AB3B-47144A8E7A6B}" type="pres">
      <dgm:prSet presAssocID="{32F44216-2CBA-43FB-B4C7-C39BA7CDC500}" presName="sibTrans" presStyleCnt="0"/>
      <dgm:spPr/>
    </dgm:pt>
    <dgm:pt modelId="{F879C8D1-1C0E-474C-8ADB-EB3E8560F6D1}" type="pres">
      <dgm:prSet presAssocID="{273B371C-FBAE-47C6-A5DF-D65795EC3A2F}" presName="compNode" presStyleCnt="0"/>
      <dgm:spPr/>
    </dgm:pt>
    <dgm:pt modelId="{52E0DC7C-A355-4B49-9EA3-30F60B99BB2B}" type="pres">
      <dgm:prSet presAssocID="{273B371C-FBAE-47C6-A5DF-D65795EC3A2F}" presName="iconBgRect" presStyleLbl="bgShp" presStyleIdx="2" presStyleCnt="4"/>
      <dgm:spPr/>
    </dgm:pt>
    <dgm:pt modelId="{FD67CB69-341C-427C-A698-A0AB93F141E0}" type="pres">
      <dgm:prSet presAssocID="{273B371C-FBAE-47C6-A5DF-D65795EC3A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639A6994-E7F3-4CAB-846E-732611817908}" type="pres">
      <dgm:prSet presAssocID="{273B371C-FBAE-47C6-A5DF-D65795EC3A2F}" presName="spaceRect" presStyleCnt="0"/>
      <dgm:spPr/>
    </dgm:pt>
    <dgm:pt modelId="{16DD2D81-E07B-48F4-BD4D-149D38CFEF9B}" type="pres">
      <dgm:prSet presAssocID="{273B371C-FBAE-47C6-A5DF-D65795EC3A2F}" presName="textRect" presStyleLbl="revTx" presStyleIdx="2" presStyleCnt="4">
        <dgm:presLayoutVars>
          <dgm:chMax val="1"/>
          <dgm:chPref val="1"/>
        </dgm:presLayoutVars>
      </dgm:prSet>
      <dgm:spPr/>
    </dgm:pt>
    <dgm:pt modelId="{8C7F6D71-D32D-4701-89B2-BD0EF5E82488}" type="pres">
      <dgm:prSet presAssocID="{D0C9C92D-08E9-4782-8DCE-E2025E754BF3}" presName="sibTrans" presStyleCnt="0"/>
      <dgm:spPr/>
    </dgm:pt>
    <dgm:pt modelId="{96BD8FFB-9473-4F8A-AE8A-AE2AC84F21A9}" type="pres">
      <dgm:prSet presAssocID="{86C4EC34-286E-4BA5-811A-2A75C261AA44}" presName="compNode" presStyleCnt="0"/>
      <dgm:spPr/>
    </dgm:pt>
    <dgm:pt modelId="{BE43E17B-991B-4847-92F0-DB95FE45F4D4}" type="pres">
      <dgm:prSet presAssocID="{86C4EC34-286E-4BA5-811A-2A75C261AA44}" presName="iconBgRect" presStyleLbl="bgShp" presStyleIdx="3" presStyleCnt="4"/>
      <dgm:spPr/>
    </dgm:pt>
    <dgm:pt modelId="{155A40F8-408D-4AA8-AD84-75EA29298D22}" type="pres">
      <dgm:prSet presAssocID="{86C4EC34-286E-4BA5-811A-2A75C261AA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7B4B162-C710-4A2A-9F2D-60107E2FD9DE}" type="pres">
      <dgm:prSet presAssocID="{86C4EC34-286E-4BA5-811A-2A75C261AA44}" presName="spaceRect" presStyleCnt="0"/>
      <dgm:spPr/>
    </dgm:pt>
    <dgm:pt modelId="{D21DB69A-16BE-4471-80C4-9A36E939F5D4}" type="pres">
      <dgm:prSet presAssocID="{86C4EC34-286E-4BA5-811A-2A75C261AA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81440B-A84E-44AE-A7DF-434E6947EFA3}" type="presOf" srcId="{86C4EC34-286E-4BA5-811A-2A75C261AA44}" destId="{D21DB69A-16BE-4471-80C4-9A36E939F5D4}" srcOrd="0" destOrd="0" presId="urn:microsoft.com/office/officeart/2018/5/layout/IconCircleLabelList"/>
    <dgm:cxn modelId="{701EAC15-7EF4-469E-B521-CA990C778863}" type="presOf" srcId="{8E031C1A-2970-4BF8-859D-B64EDB0E5E46}" destId="{0FFD61E3-FE4D-4EE5-B63E-90945C137E07}" srcOrd="0" destOrd="0" presId="urn:microsoft.com/office/officeart/2018/5/layout/IconCircleLabelList"/>
    <dgm:cxn modelId="{D0381720-C356-404B-B098-A177F248B39B}" srcId="{D950DB30-ACAA-40F9-8F55-DED8F3393D4E}" destId="{8E031C1A-2970-4BF8-859D-B64EDB0E5E46}" srcOrd="1" destOrd="0" parTransId="{F9907D4E-48F6-4444-88C8-D0DDE25E3936}" sibTransId="{32F44216-2CBA-43FB-B4C7-C39BA7CDC500}"/>
    <dgm:cxn modelId="{15592126-5B3A-4E08-B430-967F056451EE}" type="presOf" srcId="{E99CE5DD-2D11-4D91-9F55-B8EAF42CED9C}" destId="{D396D921-983C-4FA3-8E92-83CC29806A25}" srcOrd="0" destOrd="0" presId="urn:microsoft.com/office/officeart/2018/5/layout/IconCircleLabelList"/>
    <dgm:cxn modelId="{6856488F-ACEA-4063-81D2-F2A4C17FE0E2}" srcId="{D950DB30-ACAA-40F9-8F55-DED8F3393D4E}" destId="{E99CE5DD-2D11-4D91-9F55-B8EAF42CED9C}" srcOrd="0" destOrd="0" parTransId="{84A51572-981D-44B0-8262-1BE33195AEF5}" sibTransId="{562C58A0-88C8-44D1-B7C3-882BE4B215B2}"/>
    <dgm:cxn modelId="{DD7100E2-87F5-4EFF-8FCD-E13871438988}" type="presOf" srcId="{273B371C-FBAE-47C6-A5DF-D65795EC3A2F}" destId="{16DD2D81-E07B-48F4-BD4D-149D38CFEF9B}" srcOrd="0" destOrd="0" presId="urn:microsoft.com/office/officeart/2018/5/layout/IconCircleLabelList"/>
    <dgm:cxn modelId="{372207EE-2734-499A-912F-42E4EF330A23}" type="presOf" srcId="{D950DB30-ACAA-40F9-8F55-DED8F3393D4E}" destId="{DE82E119-8150-439D-9705-2CDE75AE19A6}" srcOrd="0" destOrd="0" presId="urn:microsoft.com/office/officeart/2018/5/layout/IconCircleLabelList"/>
    <dgm:cxn modelId="{513A13F6-2387-4541-8203-1625474906B6}" srcId="{D950DB30-ACAA-40F9-8F55-DED8F3393D4E}" destId="{273B371C-FBAE-47C6-A5DF-D65795EC3A2F}" srcOrd="2" destOrd="0" parTransId="{86069B33-461D-432F-A158-6623A50D1486}" sibTransId="{D0C9C92D-08E9-4782-8DCE-E2025E754BF3}"/>
    <dgm:cxn modelId="{8768D9F6-36EE-46A6-AE5C-512CF707F572}" srcId="{D950DB30-ACAA-40F9-8F55-DED8F3393D4E}" destId="{86C4EC34-286E-4BA5-811A-2A75C261AA44}" srcOrd="3" destOrd="0" parTransId="{BC533E27-4493-4F67-A1B4-6CA3DB133A72}" sibTransId="{16ED4713-25BB-45E3-8725-22CE8893A33D}"/>
    <dgm:cxn modelId="{126AE791-BF4F-4873-8EB8-BDC631D1F3AA}" type="presParOf" srcId="{DE82E119-8150-439D-9705-2CDE75AE19A6}" destId="{846A877A-817D-48DA-97AA-4C89D8FAA22A}" srcOrd="0" destOrd="0" presId="urn:microsoft.com/office/officeart/2018/5/layout/IconCircleLabelList"/>
    <dgm:cxn modelId="{035A082D-C2C8-4EB8-9666-EBB39E74FE22}" type="presParOf" srcId="{846A877A-817D-48DA-97AA-4C89D8FAA22A}" destId="{09D3D674-0D7A-4BEF-9E79-50E5F2596738}" srcOrd="0" destOrd="0" presId="urn:microsoft.com/office/officeart/2018/5/layout/IconCircleLabelList"/>
    <dgm:cxn modelId="{23E2CC2C-D658-45B8-9C66-307657907A75}" type="presParOf" srcId="{846A877A-817D-48DA-97AA-4C89D8FAA22A}" destId="{D202B5F7-E71F-4226-8635-1B89198FE1CE}" srcOrd="1" destOrd="0" presId="urn:microsoft.com/office/officeart/2018/5/layout/IconCircleLabelList"/>
    <dgm:cxn modelId="{7D2C5EB9-1E67-473D-A4FD-EC3DBCBB3C90}" type="presParOf" srcId="{846A877A-817D-48DA-97AA-4C89D8FAA22A}" destId="{2FB58F02-D529-4F85-97E9-C22638AE90D7}" srcOrd="2" destOrd="0" presId="urn:microsoft.com/office/officeart/2018/5/layout/IconCircleLabelList"/>
    <dgm:cxn modelId="{5A2AB3C7-1523-44D5-9E93-F4DC1A07FD2D}" type="presParOf" srcId="{846A877A-817D-48DA-97AA-4C89D8FAA22A}" destId="{D396D921-983C-4FA3-8E92-83CC29806A25}" srcOrd="3" destOrd="0" presId="urn:microsoft.com/office/officeart/2018/5/layout/IconCircleLabelList"/>
    <dgm:cxn modelId="{EEF56690-0A77-4DEC-B582-CA3A457BB6E8}" type="presParOf" srcId="{DE82E119-8150-439D-9705-2CDE75AE19A6}" destId="{48DED780-B873-47C8-AD82-5EB83F5F04F6}" srcOrd="1" destOrd="0" presId="urn:microsoft.com/office/officeart/2018/5/layout/IconCircleLabelList"/>
    <dgm:cxn modelId="{AD649D39-2276-49AE-97B3-F0B38F8781C1}" type="presParOf" srcId="{DE82E119-8150-439D-9705-2CDE75AE19A6}" destId="{E8A9C9EA-ABB9-46CD-8DBF-3AD666959AF0}" srcOrd="2" destOrd="0" presId="urn:microsoft.com/office/officeart/2018/5/layout/IconCircleLabelList"/>
    <dgm:cxn modelId="{13C513BD-A8E4-4BDD-9D6B-0AB6CAEFF5BA}" type="presParOf" srcId="{E8A9C9EA-ABB9-46CD-8DBF-3AD666959AF0}" destId="{AA62B71C-035E-4825-A801-78C3FCDB2B89}" srcOrd="0" destOrd="0" presId="urn:microsoft.com/office/officeart/2018/5/layout/IconCircleLabelList"/>
    <dgm:cxn modelId="{7CC46D52-79E8-4B6D-BACE-CE902D23EAE2}" type="presParOf" srcId="{E8A9C9EA-ABB9-46CD-8DBF-3AD666959AF0}" destId="{F58BB4C2-8170-4A31-8157-28032BB69BAF}" srcOrd="1" destOrd="0" presId="urn:microsoft.com/office/officeart/2018/5/layout/IconCircleLabelList"/>
    <dgm:cxn modelId="{2C1DB11C-959C-4279-87AF-6671889EBF19}" type="presParOf" srcId="{E8A9C9EA-ABB9-46CD-8DBF-3AD666959AF0}" destId="{9BA1187A-0E69-4285-B8F7-1A46BF352078}" srcOrd="2" destOrd="0" presId="urn:microsoft.com/office/officeart/2018/5/layout/IconCircleLabelList"/>
    <dgm:cxn modelId="{FE103B5D-F1B4-414F-83ED-E457C0556529}" type="presParOf" srcId="{E8A9C9EA-ABB9-46CD-8DBF-3AD666959AF0}" destId="{0FFD61E3-FE4D-4EE5-B63E-90945C137E07}" srcOrd="3" destOrd="0" presId="urn:microsoft.com/office/officeart/2018/5/layout/IconCircleLabelList"/>
    <dgm:cxn modelId="{52392E5E-C8B8-4E7A-BDFD-935B4D0B3766}" type="presParOf" srcId="{DE82E119-8150-439D-9705-2CDE75AE19A6}" destId="{4EBC29E3-632A-4BEA-AB3B-47144A8E7A6B}" srcOrd="3" destOrd="0" presId="urn:microsoft.com/office/officeart/2018/5/layout/IconCircleLabelList"/>
    <dgm:cxn modelId="{0E4CF246-C331-43CC-9824-A0317CC46430}" type="presParOf" srcId="{DE82E119-8150-439D-9705-2CDE75AE19A6}" destId="{F879C8D1-1C0E-474C-8ADB-EB3E8560F6D1}" srcOrd="4" destOrd="0" presId="urn:microsoft.com/office/officeart/2018/5/layout/IconCircleLabelList"/>
    <dgm:cxn modelId="{A9FAA8AB-5741-4C66-8888-1BA9EE3506FA}" type="presParOf" srcId="{F879C8D1-1C0E-474C-8ADB-EB3E8560F6D1}" destId="{52E0DC7C-A355-4B49-9EA3-30F60B99BB2B}" srcOrd="0" destOrd="0" presId="urn:microsoft.com/office/officeart/2018/5/layout/IconCircleLabelList"/>
    <dgm:cxn modelId="{58585AA0-028A-4A4E-82F0-80E8568B1243}" type="presParOf" srcId="{F879C8D1-1C0E-474C-8ADB-EB3E8560F6D1}" destId="{FD67CB69-341C-427C-A698-A0AB93F141E0}" srcOrd="1" destOrd="0" presId="urn:microsoft.com/office/officeart/2018/5/layout/IconCircleLabelList"/>
    <dgm:cxn modelId="{8B8DB59A-8AFF-4C32-928F-536718FCE255}" type="presParOf" srcId="{F879C8D1-1C0E-474C-8ADB-EB3E8560F6D1}" destId="{639A6994-E7F3-4CAB-846E-732611817908}" srcOrd="2" destOrd="0" presId="urn:microsoft.com/office/officeart/2018/5/layout/IconCircleLabelList"/>
    <dgm:cxn modelId="{AC07B50D-CB15-45E2-B029-580EDCC2D5B6}" type="presParOf" srcId="{F879C8D1-1C0E-474C-8ADB-EB3E8560F6D1}" destId="{16DD2D81-E07B-48F4-BD4D-149D38CFEF9B}" srcOrd="3" destOrd="0" presId="urn:microsoft.com/office/officeart/2018/5/layout/IconCircleLabelList"/>
    <dgm:cxn modelId="{15F92F56-E7D4-434B-A730-256E46C62DD2}" type="presParOf" srcId="{DE82E119-8150-439D-9705-2CDE75AE19A6}" destId="{8C7F6D71-D32D-4701-89B2-BD0EF5E82488}" srcOrd="5" destOrd="0" presId="urn:microsoft.com/office/officeart/2018/5/layout/IconCircleLabelList"/>
    <dgm:cxn modelId="{AAECB9D1-B73F-46C0-9ED0-A06593190326}" type="presParOf" srcId="{DE82E119-8150-439D-9705-2CDE75AE19A6}" destId="{96BD8FFB-9473-4F8A-AE8A-AE2AC84F21A9}" srcOrd="6" destOrd="0" presId="urn:microsoft.com/office/officeart/2018/5/layout/IconCircleLabelList"/>
    <dgm:cxn modelId="{DA336DAE-4EAF-4E63-88E5-ACCDB19AA978}" type="presParOf" srcId="{96BD8FFB-9473-4F8A-AE8A-AE2AC84F21A9}" destId="{BE43E17B-991B-4847-92F0-DB95FE45F4D4}" srcOrd="0" destOrd="0" presId="urn:microsoft.com/office/officeart/2018/5/layout/IconCircleLabelList"/>
    <dgm:cxn modelId="{D6B6A7DA-FC65-4443-B608-C68EFB683F52}" type="presParOf" srcId="{96BD8FFB-9473-4F8A-AE8A-AE2AC84F21A9}" destId="{155A40F8-408D-4AA8-AD84-75EA29298D22}" srcOrd="1" destOrd="0" presId="urn:microsoft.com/office/officeart/2018/5/layout/IconCircleLabelList"/>
    <dgm:cxn modelId="{BD5D3BB4-F15F-4FD9-B56C-D222A7580E52}" type="presParOf" srcId="{96BD8FFB-9473-4F8A-AE8A-AE2AC84F21A9}" destId="{07B4B162-C710-4A2A-9F2D-60107E2FD9DE}" srcOrd="2" destOrd="0" presId="urn:microsoft.com/office/officeart/2018/5/layout/IconCircleLabelList"/>
    <dgm:cxn modelId="{F59C8F93-5A02-40CE-9A59-48C65EDD22CC}" type="presParOf" srcId="{96BD8FFB-9473-4F8A-AE8A-AE2AC84F21A9}" destId="{D21DB69A-16BE-4471-80C4-9A36E939F5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3D674-0D7A-4BEF-9E79-50E5F2596738}">
      <dsp:nvSpPr>
        <dsp:cNvPr id="0" name=""/>
        <dsp:cNvSpPr/>
      </dsp:nvSpPr>
      <dsp:spPr>
        <a:xfrm>
          <a:off x="569006" y="1020808"/>
          <a:ext cx="1446623" cy="144662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2B5F7-E71F-4226-8635-1B89198FE1CE}">
      <dsp:nvSpPr>
        <dsp:cNvPr id="0" name=""/>
        <dsp:cNvSpPr/>
      </dsp:nvSpPr>
      <dsp:spPr>
        <a:xfrm>
          <a:off x="877303" y="1329105"/>
          <a:ext cx="830029" cy="8300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6D921-983C-4FA3-8E92-83CC29806A25}">
      <dsp:nvSpPr>
        <dsp:cNvPr id="0" name=""/>
        <dsp:cNvSpPr/>
      </dsp:nvSpPr>
      <dsp:spPr>
        <a:xfrm>
          <a:off x="106561" y="2918020"/>
          <a:ext cx="23715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700" b="1" i="0" kern="1200"/>
            <a:t>Problem</a:t>
          </a:r>
          <a:endParaRPr lang="en-US" sz="2700" kern="1200"/>
        </a:p>
      </dsp:txBody>
      <dsp:txXfrm>
        <a:off x="106561" y="2918020"/>
        <a:ext cx="2371514" cy="720000"/>
      </dsp:txXfrm>
    </dsp:sp>
    <dsp:sp modelId="{AA62B71C-035E-4825-A801-78C3FCDB2B89}">
      <dsp:nvSpPr>
        <dsp:cNvPr id="0" name=""/>
        <dsp:cNvSpPr/>
      </dsp:nvSpPr>
      <dsp:spPr>
        <a:xfrm>
          <a:off x="3355535" y="1020808"/>
          <a:ext cx="1446623" cy="144662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BB4C2-8170-4A31-8157-28032BB69BAF}">
      <dsp:nvSpPr>
        <dsp:cNvPr id="0" name=""/>
        <dsp:cNvSpPr/>
      </dsp:nvSpPr>
      <dsp:spPr>
        <a:xfrm>
          <a:off x="3663832" y="1329105"/>
          <a:ext cx="830029" cy="8300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D61E3-FE4D-4EE5-B63E-90945C137E07}">
      <dsp:nvSpPr>
        <dsp:cNvPr id="0" name=""/>
        <dsp:cNvSpPr/>
      </dsp:nvSpPr>
      <dsp:spPr>
        <a:xfrm>
          <a:off x="2893090" y="2918020"/>
          <a:ext cx="23715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700" b="1" i="0" kern="1200" dirty="0"/>
            <a:t>Solution</a:t>
          </a:r>
          <a:endParaRPr lang="en-US" sz="2700" kern="1200" dirty="0"/>
        </a:p>
      </dsp:txBody>
      <dsp:txXfrm>
        <a:off x="2893090" y="2918020"/>
        <a:ext cx="2371514" cy="720000"/>
      </dsp:txXfrm>
    </dsp:sp>
    <dsp:sp modelId="{52E0DC7C-A355-4B49-9EA3-30F60B99BB2B}">
      <dsp:nvSpPr>
        <dsp:cNvPr id="0" name=""/>
        <dsp:cNvSpPr/>
      </dsp:nvSpPr>
      <dsp:spPr>
        <a:xfrm>
          <a:off x="6142064" y="1020808"/>
          <a:ext cx="1446623" cy="144662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67CB69-341C-427C-A698-A0AB93F141E0}">
      <dsp:nvSpPr>
        <dsp:cNvPr id="0" name=""/>
        <dsp:cNvSpPr/>
      </dsp:nvSpPr>
      <dsp:spPr>
        <a:xfrm>
          <a:off x="6450361" y="1329105"/>
          <a:ext cx="830029" cy="8300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D2D81-E07B-48F4-BD4D-149D38CFEF9B}">
      <dsp:nvSpPr>
        <dsp:cNvPr id="0" name=""/>
        <dsp:cNvSpPr/>
      </dsp:nvSpPr>
      <dsp:spPr>
        <a:xfrm>
          <a:off x="5679619" y="2918020"/>
          <a:ext cx="23715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700" b="1" i="0" kern="1200"/>
            <a:t>Progress</a:t>
          </a:r>
          <a:endParaRPr lang="en-US" sz="2700" kern="1200"/>
        </a:p>
      </dsp:txBody>
      <dsp:txXfrm>
        <a:off x="5679619" y="2918020"/>
        <a:ext cx="2371514" cy="720000"/>
      </dsp:txXfrm>
    </dsp:sp>
    <dsp:sp modelId="{BE43E17B-991B-4847-92F0-DB95FE45F4D4}">
      <dsp:nvSpPr>
        <dsp:cNvPr id="0" name=""/>
        <dsp:cNvSpPr/>
      </dsp:nvSpPr>
      <dsp:spPr>
        <a:xfrm>
          <a:off x="8928593" y="1020808"/>
          <a:ext cx="1446623" cy="144662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A40F8-408D-4AA8-AD84-75EA29298D22}">
      <dsp:nvSpPr>
        <dsp:cNvPr id="0" name=""/>
        <dsp:cNvSpPr/>
      </dsp:nvSpPr>
      <dsp:spPr>
        <a:xfrm>
          <a:off x="9236890" y="1329105"/>
          <a:ext cx="830029" cy="8300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DB69A-16BE-4471-80C4-9A36E939F5D4}">
      <dsp:nvSpPr>
        <dsp:cNvPr id="0" name=""/>
        <dsp:cNvSpPr/>
      </dsp:nvSpPr>
      <dsp:spPr>
        <a:xfrm>
          <a:off x="8466148" y="2918020"/>
          <a:ext cx="237151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BE" sz="2700" b="1" i="0" kern="1200"/>
            <a:t>Key takeaways</a:t>
          </a:r>
          <a:endParaRPr lang="en-US" sz="2700" kern="1200"/>
        </a:p>
      </dsp:txBody>
      <dsp:txXfrm>
        <a:off x="8466148" y="2918020"/>
        <a:ext cx="237151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only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2A766-FA6C-4E42-BAD1-58E378599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DCFB5-39F0-E04F-B592-B890194C0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‹#›</a:t>
            </a:fld>
            <a:endParaRPr lang="nl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5A4F71-3F20-42EB-95C9-52E7339E4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1516380"/>
            <a:ext cx="10944225" cy="4720907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8563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B9851-093E-A241-B582-F0998CFFFE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041CBA9C-BD5E-424C-93BC-60164869E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4313" y="620713"/>
            <a:ext cx="5003800" cy="1385085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Picture Placeholder 32">
            <a:extLst>
              <a:ext uri="{FF2B5EF4-FFF2-40B4-BE49-F238E27FC236}">
                <a16:creationId xmlns:a16="http://schemas.microsoft.com/office/drawing/2014/main" id="{971C9B50-FEE3-1047-A14B-9C8C2F5D60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0C433-47C4-4D3D-A245-AA41DF75B6E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564313" y="2271713"/>
            <a:ext cx="5004000" cy="3965575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noProof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791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B12DC5D2-C15B-384E-ACE3-F0E40CA5B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9850" y="3790950"/>
            <a:ext cx="4679950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First Name Surname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8C578B-3D4D-A146-A851-282B51A240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550988"/>
            <a:ext cx="5148263" cy="2009775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0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FontTx/>
              <a:buNone/>
              <a:defRPr b="1" i="0">
                <a:latin typeface="ITC Officina Sans Std Book" panose="020B0506040203020204" pitchFamily="34" charset="77"/>
              </a:defRPr>
            </a:lvl2pPr>
            <a:lvl3pPr>
              <a:buFontTx/>
              <a:buNone/>
              <a:defRPr b="1" i="0">
                <a:latin typeface="ITC Officina Sans Std Book" panose="020B0506040203020204" pitchFamily="34" charset="77"/>
              </a:defRPr>
            </a:lvl3pPr>
            <a:lvl4pPr>
              <a:buFontTx/>
              <a:buNone/>
              <a:defRPr b="1" i="0">
                <a:latin typeface="ITC Officina Sans Std Book" panose="020B0506040203020204" pitchFamily="34" charset="77"/>
              </a:defRPr>
            </a:lvl4pPr>
            <a:lvl5pPr>
              <a:buFontTx/>
              <a:buNone/>
              <a:defRPr b="1" i="0">
                <a:latin typeface="ITC Officina Sans Std Book" panose="020B0506040203020204" pitchFamily="34" charset="77"/>
              </a:defRPr>
            </a:lvl5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8" name="Picture Placeholder 32">
            <a:extLst>
              <a:ext uri="{FF2B5EF4-FFF2-40B4-BE49-F238E27FC236}">
                <a16:creationId xmlns:a16="http://schemas.microsoft.com/office/drawing/2014/main" id="{EC1F9A97-4534-9843-B646-D059D7C6C13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9" y="620713"/>
            <a:ext cx="5145732" cy="5616575"/>
          </a:xfrm>
          <a:custGeom>
            <a:avLst/>
            <a:gdLst>
              <a:gd name="connsiteX0" fmla="*/ 0 w 5145732"/>
              <a:gd name="connsiteY0" fmla="*/ 0 h 5616575"/>
              <a:gd name="connsiteX1" fmla="*/ 5145732 w 5145732"/>
              <a:gd name="connsiteY1" fmla="*/ 0 h 5616575"/>
              <a:gd name="connsiteX2" fmla="*/ 5145732 w 5145732"/>
              <a:gd name="connsiteY2" fmla="*/ 5616575 h 5616575"/>
              <a:gd name="connsiteX3" fmla="*/ 253304 w 5145732"/>
              <a:gd name="connsiteY3" fmla="*/ 5616575 h 5616575"/>
              <a:gd name="connsiteX4" fmla="*/ 202263 w 5145732"/>
              <a:gd name="connsiteY4" fmla="*/ 5611430 h 5616575"/>
              <a:gd name="connsiteX5" fmla="*/ 0 w 5145732"/>
              <a:gd name="connsiteY5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45732" h="5616575">
                <a:moveTo>
                  <a:pt x="0" y="0"/>
                </a:moveTo>
                <a:lnTo>
                  <a:pt x="5145732" y="0"/>
                </a:lnTo>
                <a:lnTo>
                  <a:pt x="5145732" y="5616575"/>
                </a:lnTo>
                <a:lnTo>
                  <a:pt x="253304" y="5616575"/>
                </a:lnTo>
                <a:lnTo>
                  <a:pt x="202263" y="5611430"/>
                </a:lnTo>
                <a:cubicBezTo>
                  <a:pt x="86832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5BB1C7-FC5A-B946-BB68-C1CE13FA7270}"/>
              </a:ext>
            </a:extLst>
          </p:cNvPr>
          <p:cNvSpPr txBox="1"/>
          <p:nvPr userDrawn="1"/>
        </p:nvSpPr>
        <p:spPr>
          <a:xfrm>
            <a:off x="7758545" y="1939636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600" b="0" i="0" noProof="0">
              <a:latin typeface="ITC Officina Sans Std Book" panose="020B0506040203020204" pitchFamily="34" charset="77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7E144AFC-D904-4FB6-B919-055F69651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pic>
        <p:nvPicPr>
          <p:cNvPr id="22" name="Afbeelding 9">
            <a:extLst>
              <a:ext uri="{FF2B5EF4-FFF2-40B4-BE49-F238E27FC236}">
                <a16:creationId xmlns:a16="http://schemas.microsoft.com/office/drawing/2014/main" id="{752406CF-E1DB-4F93-8F26-924E169462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9850" y="620713"/>
            <a:ext cx="4572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small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C6F1C0-FB41-374F-96D7-91F7C4144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9356378E-A322-0148-887E-E179D9487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825" y="620713"/>
            <a:ext cx="7380287" cy="1524317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FF5D94AB-D4EB-5448-86E3-3EB6A7057B5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87825" y="2386148"/>
            <a:ext cx="7380287" cy="3851139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6A3A24F-2120-4AFD-BACB-61D96D62CDE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3338512" cy="5616575"/>
          </a:xfrm>
          <a:custGeom>
            <a:avLst/>
            <a:gdLst>
              <a:gd name="connsiteX0" fmla="*/ 0 w 3338512"/>
              <a:gd name="connsiteY0" fmla="*/ 0 h 5616575"/>
              <a:gd name="connsiteX1" fmla="*/ 1897639 w 3338512"/>
              <a:gd name="connsiteY1" fmla="*/ 0 h 5616575"/>
              <a:gd name="connsiteX2" fmla="*/ 2245442 w 3338512"/>
              <a:gd name="connsiteY2" fmla="*/ 0 h 5616575"/>
              <a:gd name="connsiteX3" fmla="*/ 3338512 w 3338512"/>
              <a:gd name="connsiteY3" fmla="*/ 0 h 5616575"/>
              <a:gd name="connsiteX4" fmla="*/ 3338512 w 3338512"/>
              <a:gd name="connsiteY4" fmla="*/ 5616000 h 5616575"/>
              <a:gd name="connsiteX5" fmla="*/ 2245442 w 3338512"/>
              <a:gd name="connsiteY5" fmla="*/ 5616000 h 5616575"/>
              <a:gd name="connsiteX6" fmla="*/ 2245442 w 3338512"/>
              <a:gd name="connsiteY6" fmla="*/ 5616575 h 5616575"/>
              <a:gd name="connsiteX7" fmla="*/ 219036 w 3338512"/>
              <a:gd name="connsiteY7" fmla="*/ 5616575 h 5616575"/>
              <a:gd name="connsiteX8" fmla="*/ 174900 w 3338512"/>
              <a:gd name="connsiteY8" fmla="*/ 5611430 h 5616575"/>
              <a:gd name="connsiteX9" fmla="*/ 0 w 3338512"/>
              <a:gd name="connsiteY9" fmla="*/ 5363262 h 561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8512" h="5616575">
                <a:moveTo>
                  <a:pt x="0" y="0"/>
                </a:moveTo>
                <a:lnTo>
                  <a:pt x="1897639" y="0"/>
                </a:lnTo>
                <a:lnTo>
                  <a:pt x="2245442" y="0"/>
                </a:lnTo>
                <a:lnTo>
                  <a:pt x="3338512" y="0"/>
                </a:lnTo>
                <a:lnTo>
                  <a:pt x="3338512" y="5616000"/>
                </a:lnTo>
                <a:lnTo>
                  <a:pt x="2245442" y="5616000"/>
                </a:lnTo>
                <a:lnTo>
                  <a:pt x="2245442" y="5616575"/>
                </a:lnTo>
                <a:lnTo>
                  <a:pt x="219036" y="5616575"/>
                </a:lnTo>
                <a:lnTo>
                  <a:pt x="174900" y="5611430"/>
                </a:lnTo>
                <a:cubicBezTo>
                  <a:pt x="75085" y="5587809"/>
                  <a:pt x="0" y="5485676"/>
                  <a:pt x="0" y="53632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 dirty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4673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wideimage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888CD-A307-4440-9DD3-B7D11E6E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tel 4">
            <a:extLst>
              <a:ext uri="{FF2B5EF4-FFF2-40B4-BE49-F238E27FC236}">
                <a16:creationId xmlns:a16="http://schemas.microsoft.com/office/drawing/2014/main" id="{83767035-9902-FC49-AC72-35DC514AC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3981389"/>
            <a:ext cx="10934529" cy="665480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ijdelijke aanduiding voor inhoud 19">
            <a:extLst>
              <a:ext uri="{FF2B5EF4-FFF2-40B4-BE49-F238E27FC236}">
                <a16:creationId xmlns:a16="http://schemas.microsoft.com/office/drawing/2014/main" id="{A4040A68-34E6-9A48-9414-CDB50C7ED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3888" y="4857371"/>
            <a:ext cx="10934529" cy="1379915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Object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92B83-A16B-FC4F-BC12-7624D8F2371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3888" y="620713"/>
            <a:ext cx="10934529" cy="3150175"/>
          </a:xfrm>
          <a:custGeom>
            <a:avLst/>
            <a:gdLst>
              <a:gd name="connsiteX0" fmla="*/ 0 w 10934529"/>
              <a:gd name="connsiteY0" fmla="*/ 0 h 3150175"/>
              <a:gd name="connsiteX1" fmla="*/ 10934529 w 10934529"/>
              <a:gd name="connsiteY1" fmla="*/ 0 h 3150175"/>
              <a:gd name="connsiteX2" fmla="*/ 10934529 w 10934529"/>
              <a:gd name="connsiteY2" fmla="*/ 3150175 h 3150175"/>
              <a:gd name="connsiteX3" fmla="*/ 253304 w 10934529"/>
              <a:gd name="connsiteY3" fmla="*/ 3150175 h 3150175"/>
              <a:gd name="connsiteX4" fmla="*/ 202263 w 10934529"/>
              <a:gd name="connsiteY4" fmla="*/ 3145030 h 3150175"/>
              <a:gd name="connsiteX5" fmla="*/ 0 w 10934529"/>
              <a:gd name="connsiteY5" fmla="*/ 2896862 h 315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4529" h="3150175">
                <a:moveTo>
                  <a:pt x="0" y="0"/>
                </a:moveTo>
                <a:lnTo>
                  <a:pt x="10934529" y="0"/>
                </a:lnTo>
                <a:lnTo>
                  <a:pt x="10934529" y="3150175"/>
                </a:lnTo>
                <a:lnTo>
                  <a:pt x="253304" y="3150175"/>
                </a:lnTo>
                <a:lnTo>
                  <a:pt x="202263" y="3145030"/>
                </a:lnTo>
                <a:cubicBezTo>
                  <a:pt x="86832" y="3121409"/>
                  <a:pt x="0" y="3019276"/>
                  <a:pt x="0" y="289686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32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60649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3DA42F-3FB6-ED4E-BB67-A10574D20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AA798DC2-15C2-744D-A0DA-FBAD9971D4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0411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5C6B10F-3A7A-0A4C-A932-1D4E1382BF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8097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999ECC60-AB72-8647-A135-FB0CF98082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2724" y="3547641"/>
            <a:ext cx="3456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9EEB3BC6-5818-4244-A78C-1A7B9F04BE5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2722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16787A9-2DFD-A54D-B3D1-B9387B7C893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80410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2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B04326B7-E91B-9740-A418-C88B2E74C60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8097" y="643266"/>
            <a:ext cx="3456000" cy="2447925"/>
          </a:xfrm>
          <a:custGeom>
            <a:avLst/>
            <a:gdLst>
              <a:gd name="connsiteX0" fmla="*/ 0 w 3447151"/>
              <a:gd name="connsiteY0" fmla="*/ 0 h 2445472"/>
              <a:gd name="connsiteX1" fmla="*/ 3447151 w 3447151"/>
              <a:gd name="connsiteY1" fmla="*/ 0 h 2445472"/>
              <a:gd name="connsiteX2" fmla="*/ 3447151 w 3447151"/>
              <a:gd name="connsiteY2" fmla="*/ 2445472 h 2445472"/>
              <a:gd name="connsiteX3" fmla="*/ 253304 w 3447151"/>
              <a:gd name="connsiteY3" fmla="*/ 2445472 h 2445472"/>
              <a:gd name="connsiteX4" fmla="*/ 202263 w 3447151"/>
              <a:gd name="connsiteY4" fmla="*/ 2440327 h 2445472"/>
              <a:gd name="connsiteX5" fmla="*/ 0 w 3447151"/>
              <a:gd name="connsiteY5" fmla="*/ 2192159 h 2445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7151" h="2445472">
                <a:moveTo>
                  <a:pt x="0" y="0"/>
                </a:moveTo>
                <a:lnTo>
                  <a:pt x="3447151" y="0"/>
                </a:lnTo>
                <a:lnTo>
                  <a:pt x="3447151" y="2445472"/>
                </a:lnTo>
                <a:lnTo>
                  <a:pt x="253304" y="2445472"/>
                </a:lnTo>
                <a:lnTo>
                  <a:pt x="202263" y="2440327"/>
                </a:lnTo>
                <a:cubicBezTo>
                  <a:pt x="86832" y="2416706"/>
                  <a:pt x="0" y="2314573"/>
                  <a:pt x="0" y="219215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D414A82-8300-43F5-8449-10B8D34A30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32723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55D1222-512A-4020-AE86-8C428804EA1D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380410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A007419B-9354-4CE8-81AF-E975BC83ACB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128097" y="4181794"/>
            <a:ext cx="3456000" cy="205304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22180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9BF78AC3-F061-4145-A432-3FB7391D0F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14198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6" name="Tijdelijke aanduiding voor afbeelding 33">
            <a:extLst>
              <a:ext uri="{FF2B5EF4-FFF2-40B4-BE49-F238E27FC236}">
                <a16:creationId xmlns:a16="http://schemas.microsoft.com/office/drawing/2014/main" id="{AAA97E2B-5188-B740-8501-2BF96B4796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260054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6410F448-44B9-E245-8CA2-3AC4F6FCD9F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005909" y="1378339"/>
            <a:ext cx="1674000" cy="1672263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16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3704273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4248038"/>
            <a:ext cx="3438000" cy="1990800"/>
          </a:xfrm>
        </p:spPr>
        <p:txBody>
          <a:bodyPr>
            <a:normAutofit/>
          </a:bodyPr>
          <a:lstStyle>
            <a:lvl1pPr marL="182563" indent="-182563" algn="ctr">
              <a:defRPr sz="1600" b="0">
                <a:latin typeface="+mj-lt"/>
              </a:defRPr>
            </a:lvl1pPr>
            <a:lvl2pPr marL="360363" indent="-184150" algn="ctr">
              <a:defRPr sz="1400" b="0">
                <a:latin typeface="+mj-lt"/>
              </a:defRPr>
            </a:lvl2pPr>
            <a:lvl3pPr marL="536575" indent="-176213" algn="ctr">
              <a:defRPr sz="1200">
                <a:latin typeface="+mj-lt"/>
              </a:defRPr>
            </a:lvl3pPr>
            <a:lvl4pPr marL="719138" indent="-182563" algn="ctr">
              <a:defRPr sz="1100">
                <a:latin typeface="+mj-lt"/>
              </a:defRPr>
            </a:lvl4pPr>
            <a:lvl5pPr marL="895350" indent="-176213" algn="ctr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923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3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10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Subtitle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642A680A-1625-824E-8281-465F0A135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6376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83593" y="1578459"/>
            <a:ext cx="3438000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10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383593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E18EDD4A-93E4-41E6-A00B-6EF03C4ACB69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136376" y="2122223"/>
            <a:ext cx="3438000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889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6712-8A94-CB4B-8CE6-B7A18FB19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C9026212-289C-F34A-A4D7-E30D294D41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809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466E1215-57EE-734D-95D4-32CDFD6B77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3391" y="1578459"/>
            <a:ext cx="5307799" cy="52228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Subtitle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66692AD7-78D2-4CCE-AF2E-3E0B2562ECF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30809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FC120415-A1CE-44F6-BDB2-ECE056C8A736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53391" y="2122223"/>
            <a:ext cx="5307799" cy="4115063"/>
          </a:xfrm>
        </p:spPr>
        <p:txBody>
          <a:bodyPr>
            <a:normAutofit/>
          </a:bodyPr>
          <a:lstStyle>
            <a:lvl1pPr marL="182563" indent="-182563" algn="l">
              <a:defRPr sz="1600" b="0">
                <a:latin typeface="+mj-lt"/>
              </a:defRPr>
            </a:lvl1pPr>
            <a:lvl2pPr marL="360363" indent="-184150" algn="l">
              <a:defRPr sz="1400" b="0">
                <a:latin typeface="+mj-lt"/>
              </a:defRPr>
            </a:lvl2pPr>
            <a:lvl3pPr marL="536575" indent="-176213" algn="l">
              <a:defRPr sz="1200">
                <a:latin typeface="+mj-lt"/>
              </a:defRPr>
            </a:lvl3pPr>
            <a:lvl4pPr marL="719138" indent="-182563" algn="l">
              <a:defRPr sz="1100">
                <a:latin typeface="+mj-lt"/>
              </a:defRPr>
            </a:lvl4pPr>
            <a:lvl5pPr marL="895350" indent="-176213" algn="l">
              <a:defRPr sz="1100">
                <a:latin typeface="+mj-lt"/>
              </a:defRPr>
            </a:lvl5pPr>
          </a:lstStyle>
          <a:p>
            <a:pPr lvl="0"/>
            <a:r>
              <a:rPr lang="en-US" noProof="0"/>
              <a:t>Object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4"/>
            <a:endParaRPr lang="en-US" noProof="0"/>
          </a:p>
          <a:p>
            <a:pPr lvl="1"/>
            <a:endParaRPr lang="en-US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88162A-5A9D-4BDD-AC29-D36DAB786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7" y="620713"/>
            <a:ext cx="10944226" cy="791794"/>
          </a:xfrm>
        </p:spPr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179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6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A64A23-42F4-0341-A372-ED0B454B6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5" name="Tijdelijke aanduiding voor afbeelding 33">
            <a:extLst>
              <a:ext uri="{FF2B5EF4-FFF2-40B4-BE49-F238E27FC236}">
                <a16:creationId xmlns:a16="http://schemas.microsoft.com/office/drawing/2014/main" id="{19D3F277-1732-274A-BDAC-F3BB5EB733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664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sz="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7" name="Tijdelijke aanduiding voor afbeelding 33">
            <a:extLst>
              <a:ext uri="{FF2B5EF4-FFF2-40B4-BE49-F238E27FC236}">
                <a16:creationId xmlns:a16="http://schemas.microsoft.com/office/drawing/2014/main" id="{C73DE83C-1825-BF4A-A473-AF62420F8C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0221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9" name="Tijdelijke aanduiding voor afbeelding 33">
            <a:extLst>
              <a:ext uri="{FF2B5EF4-FFF2-40B4-BE49-F238E27FC236}">
                <a16:creationId xmlns:a16="http://schemas.microsoft.com/office/drawing/2014/main" id="{64A41B62-3349-A641-9E85-33C3E278DD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41330" y="1389094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8F6B30C-94E8-264F-86F5-31D0E47D724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058585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261850B4-D4F1-234A-9F22-195572228D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802688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DCDD9BD6-DB58-C84C-BD3C-F9652F4D492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326874" y="1411391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15" name="Tijdelijke aanduiding voor afbeelding 33">
            <a:extLst>
              <a:ext uri="{FF2B5EF4-FFF2-40B4-BE49-F238E27FC236}">
                <a16:creationId xmlns:a16="http://schemas.microsoft.com/office/drawing/2014/main" id="{965879DE-F296-964E-A952-9184C5050EF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30664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7" name="Tijdelijke aanduiding voor afbeelding 33">
            <a:extLst>
              <a:ext uri="{FF2B5EF4-FFF2-40B4-BE49-F238E27FC236}">
                <a16:creationId xmlns:a16="http://schemas.microsoft.com/office/drawing/2014/main" id="{D15EA347-33D1-EE4E-9464-3CF0EAE3C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10221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19" name="Tijdelijke aanduiding voor afbeelding 33">
            <a:extLst>
              <a:ext uri="{FF2B5EF4-FFF2-40B4-BE49-F238E27FC236}">
                <a16:creationId xmlns:a16="http://schemas.microsoft.com/office/drawing/2014/main" id="{4EC1974C-2EB3-274B-A88C-617CC7414E5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41330" y="3841836"/>
            <a:ext cx="467313" cy="466828"/>
          </a:xfrm>
          <a:prstGeom prst="roundRect">
            <a:avLst>
              <a:gd name="adj" fmla="val 7157"/>
            </a:avLst>
          </a:prstGeo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lang="nl-BE"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Verdana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 white png image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30314A6-BF29-EC42-BF75-622C5286D534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058585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D6D76FCC-D508-DD4F-BB82-48A5BCC5457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8802688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125E4E80-E44F-EA4F-8054-6AB42A8470B4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1326874" y="3864133"/>
            <a:ext cx="2404800" cy="563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lang="nl-BE" sz="2200" b="1" i="0" kern="1200" dirty="0">
                <a:solidFill>
                  <a:schemeClr val="accent2"/>
                </a:solidFill>
                <a:latin typeface="Calibri" panose="020F0502020204030204" pitchFamily="34" charset="0"/>
                <a:ea typeface="Verdana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Project title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3528E721-8656-4BDD-B009-8819AFB97FC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339266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4" name="Content Placeholder 9">
            <a:extLst>
              <a:ext uri="{FF2B5EF4-FFF2-40B4-BE49-F238E27FC236}">
                <a16:creationId xmlns:a16="http://schemas.microsoft.com/office/drawing/2014/main" id="{2C048C0B-E29D-49EF-80B5-29D0B0F479C0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339266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5" name="Content Placeholder 9">
            <a:extLst>
              <a:ext uri="{FF2B5EF4-FFF2-40B4-BE49-F238E27FC236}">
                <a16:creationId xmlns:a16="http://schemas.microsoft.com/office/drawing/2014/main" id="{5F680696-8F3B-4E74-B265-71DF36E0977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5070977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0B084AF-045B-4B49-8FBE-93ACB3E7F00A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802688" y="2133247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D8E938A-1AD9-4373-BBFD-C7C066DAB3FA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5070977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C6D1181-34A3-47D3-99A2-1B802126EDC5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8802688" y="4586421"/>
            <a:ext cx="2404800" cy="1404000"/>
          </a:xfrm>
        </p:spPr>
        <p:txBody>
          <a:bodyPr>
            <a:normAutofit/>
          </a:bodyPr>
          <a:lstStyle>
            <a:lvl1pPr marL="182563" indent="-182563">
              <a:defRPr sz="1600" b="0">
                <a:latin typeface="+mj-lt"/>
              </a:defRPr>
            </a:lvl1pPr>
            <a:lvl2pPr marL="360363" indent="-184150">
              <a:defRPr sz="1400" b="0">
                <a:latin typeface="+mj-lt"/>
              </a:defRPr>
            </a:lvl2pPr>
            <a:lvl3pPr marL="536575" indent="-176213">
              <a:defRPr sz="1200">
                <a:latin typeface="+mj-lt"/>
              </a:defRPr>
            </a:lvl3pPr>
            <a:lvl4pPr marL="719138" indent="-182563">
              <a:defRPr sz="1100">
                <a:latin typeface="+mj-lt"/>
              </a:defRPr>
            </a:lvl4pPr>
            <a:lvl5pPr marL="895350" indent="-176213">
              <a:defRPr sz="1100">
                <a:latin typeface="+mj-lt"/>
              </a:defRPr>
            </a:lvl5pPr>
          </a:lstStyle>
          <a:p>
            <a:pPr lvl="0"/>
            <a:r>
              <a:rPr lang="en-US" noProof="0" dirty="0"/>
              <a:t>Object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4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916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-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06A4-C8C0-BA4F-A09B-9014BCE49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6E971-EE47-7745-ACA8-1DEF0415F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967EE9E6-2701-5E4F-A341-5478485FBD8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1578459"/>
            <a:ext cx="10944224" cy="46588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Arial" panose="020B0604020202020204" pitchFamily="34" charset="0"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tabLst/>
              <a:defRPr/>
            </a:pPr>
            <a:r>
              <a:rPr lang="en-US" noProof="0"/>
              <a:t>Click the icon to add an object</a:t>
            </a:r>
          </a:p>
        </p:txBody>
      </p:sp>
    </p:spTree>
    <p:extLst>
      <p:ext uri="{BB962C8B-B14F-4D97-AF65-F5344CB8AC3E}">
        <p14:creationId xmlns:p14="http://schemas.microsoft.com/office/powerpoint/2010/main" val="3082753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chartan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F6014-7DB0-CF4A-88E9-463AB221A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5457A-9933-1149-9392-ABAF631B7C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4" name="Tijdelijke aanduiding voor grafiek 4">
            <a:extLst>
              <a:ext uri="{FF2B5EF4-FFF2-40B4-BE49-F238E27FC236}">
                <a16:creationId xmlns:a16="http://schemas.microsoft.com/office/drawing/2014/main" id="{3AF460E3-37FD-6B4C-86A1-EEC95DD40B34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623889" y="2760663"/>
            <a:ext cx="10944224" cy="3476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object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507705-E8A5-0A44-A7D0-4ECFDD43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690688"/>
            <a:ext cx="10936287" cy="885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8361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UAntwerpen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802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fu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itel 1">
            <a:extLst>
              <a:ext uri="{FF2B5EF4-FFF2-40B4-BE49-F238E27FC236}">
                <a16:creationId xmlns:a16="http://schemas.microsoft.com/office/drawing/2014/main" id="{7ABBDCB5-5D2A-8947-AEB8-B06A6093E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2737623"/>
            <a:ext cx="109442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BF08461-C600-4C47-803A-43BF0EAD9B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4471987"/>
            <a:ext cx="10944225" cy="1062037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6" name="Afbeelding 12">
            <a:extLst>
              <a:ext uri="{FF2B5EF4-FFF2-40B4-BE49-F238E27FC236}">
                <a16:creationId xmlns:a16="http://schemas.microsoft.com/office/drawing/2014/main" id="{D9C957F6-60B6-4D8B-A101-1844D34A62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23059" y="1506906"/>
            <a:ext cx="274588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titl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AABACC8-28A2-D34B-8A1E-5CF7BA9005CC}"/>
              </a:ext>
            </a:extLst>
          </p:cNvPr>
          <p:cNvSpPr/>
          <p:nvPr userDrawn="1"/>
        </p:nvSpPr>
        <p:spPr>
          <a:xfrm>
            <a:off x="623888" y="627478"/>
            <a:ext cx="10954551" cy="5618356"/>
          </a:xfrm>
          <a:custGeom>
            <a:avLst/>
            <a:gdLst>
              <a:gd name="connsiteX0" fmla="*/ 0 w 10296525"/>
              <a:gd name="connsiteY0" fmla="*/ 0 h 4968875"/>
              <a:gd name="connsiteX1" fmla="*/ 10296525 w 10296525"/>
              <a:gd name="connsiteY1" fmla="*/ 0 h 4968875"/>
              <a:gd name="connsiteX2" fmla="*/ 10296525 w 10296525"/>
              <a:gd name="connsiteY2" fmla="*/ 4968875 h 4968875"/>
              <a:gd name="connsiteX3" fmla="*/ 253304 w 10296525"/>
              <a:gd name="connsiteY3" fmla="*/ 4968875 h 4968875"/>
              <a:gd name="connsiteX4" fmla="*/ 202263 w 10296525"/>
              <a:gd name="connsiteY4" fmla="*/ 4963730 h 4968875"/>
              <a:gd name="connsiteX5" fmla="*/ 0 w 10296525"/>
              <a:gd name="connsiteY5" fmla="*/ 4715562 h 4968875"/>
              <a:gd name="connsiteX6" fmla="*/ 0 w 10296525"/>
              <a:gd name="connsiteY6" fmla="*/ 0 h 4968875"/>
              <a:gd name="connsiteX0" fmla="*/ 0 w 10629811"/>
              <a:gd name="connsiteY0" fmla="*/ 0 h 4968875"/>
              <a:gd name="connsiteX1" fmla="*/ 10629811 w 10629811"/>
              <a:gd name="connsiteY1" fmla="*/ 8546 h 4968875"/>
              <a:gd name="connsiteX2" fmla="*/ 10296525 w 10629811"/>
              <a:gd name="connsiteY2" fmla="*/ 4968875 h 4968875"/>
              <a:gd name="connsiteX3" fmla="*/ 253304 w 10629811"/>
              <a:gd name="connsiteY3" fmla="*/ 4968875 h 4968875"/>
              <a:gd name="connsiteX4" fmla="*/ 202263 w 10629811"/>
              <a:gd name="connsiteY4" fmla="*/ 4963730 h 4968875"/>
              <a:gd name="connsiteX5" fmla="*/ 0 w 10629811"/>
              <a:gd name="connsiteY5" fmla="*/ 4715562 h 4968875"/>
              <a:gd name="connsiteX6" fmla="*/ 0 w 10629811"/>
              <a:gd name="connsiteY6" fmla="*/ 0 h 4968875"/>
              <a:gd name="connsiteX0" fmla="*/ 0 w 10629811"/>
              <a:gd name="connsiteY0" fmla="*/ 0 h 4977421"/>
              <a:gd name="connsiteX1" fmla="*/ 10629811 w 10629811"/>
              <a:gd name="connsiteY1" fmla="*/ 8546 h 4977421"/>
              <a:gd name="connsiteX2" fmla="*/ 10629811 w 10629811"/>
              <a:gd name="connsiteY2" fmla="*/ 4977421 h 4977421"/>
              <a:gd name="connsiteX3" fmla="*/ 253304 w 10629811"/>
              <a:gd name="connsiteY3" fmla="*/ 4968875 h 4977421"/>
              <a:gd name="connsiteX4" fmla="*/ 202263 w 10629811"/>
              <a:gd name="connsiteY4" fmla="*/ 4963730 h 4977421"/>
              <a:gd name="connsiteX5" fmla="*/ 0 w 10629811"/>
              <a:gd name="connsiteY5" fmla="*/ 4715562 h 4977421"/>
              <a:gd name="connsiteX6" fmla="*/ 0 w 10629811"/>
              <a:gd name="connsiteY6" fmla="*/ 0 h 4977421"/>
              <a:gd name="connsiteX0" fmla="*/ 8545 w 10629811"/>
              <a:gd name="connsiteY0" fmla="*/ 0 h 5618356"/>
              <a:gd name="connsiteX1" fmla="*/ 10629811 w 10629811"/>
              <a:gd name="connsiteY1" fmla="*/ 649481 h 5618356"/>
              <a:gd name="connsiteX2" fmla="*/ 10629811 w 10629811"/>
              <a:gd name="connsiteY2" fmla="*/ 5618356 h 5618356"/>
              <a:gd name="connsiteX3" fmla="*/ 253304 w 10629811"/>
              <a:gd name="connsiteY3" fmla="*/ 5609810 h 5618356"/>
              <a:gd name="connsiteX4" fmla="*/ 202263 w 10629811"/>
              <a:gd name="connsiteY4" fmla="*/ 5604665 h 5618356"/>
              <a:gd name="connsiteX5" fmla="*/ 0 w 10629811"/>
              <a:gd name="connsiteY5" fmla="*/ 5356497 h 5618356"/>
              <a:gd name="connsiteX6" fmla="*/ 8545 w 10629811"/>
              <a:gd name="connsiteY6" fmla="*/ 0 h 5618356"/>
              <a:gd name="connsiteX0" fmla="*/ 8545 w 10946005"/>
              <a:gd name="connsiteY0" fmla="*/ 0 h 5618356"/>
              <a:gd name="connsiteX1" fmla="*/ 10946005 w 10946005"/>
              <a:gd name="connsiteY1" fmla="*/ 8546 h 5618356"/>
              <a:gd name="connsiteX2" fmla="*/ 10629811 w 10946005"/>
              <a:gd name="connsiteY2" fmla="*/ 5618356 h 5618356"/>
              <a:gd name="connsiteX3" fmla="*/ 253304 w 10946005"/>
              <a:gd name="connsiteY3" fmla="*/ 5609810 h 5618356"/>
              <a:gd name="connsiteX4" fmla="*/ 202263 w 10946005"/>
              <a:gd name="connsiteY4" fmla="*/ 5604665 h 5618356"/>
              <a:gd name="connsiteX5" fmla="*/ 0 w 10946005"/>
              <a:gd name="connsiteY5" fmla="*/ 5356497 h 5618356"/>
              <a:gd name="connsiteX6" fmla="*/ 8545 w 10946005"/>
              <a:gd name="connsiteY6" fmla="*/ 0 h 5618356"/>
              <a:gd name="connsiteX0" fmla="*/ 8545 w 10954551"/>
              <a:gd name="connsiteY0" fmla="*/ 0 h 5618356"/>
              <a:gd name="connsiteX1" fmla="*/ 10946005 w 10954551"/>
              <a:gd name="connsiteY1" fmla="*/ 8546 h 5618356"/>
              <a:gd name="connsiteX2" fmla="*/ 10954551 w 10954551"/>
              <a:gd name="connsiteY2" fmla="*/ 5618356 h 5618356"/>
              <a:gd name="connsiteX3" fmla="*/ 253304 w 10954551"/>
              <a:gd name="connsiteY3" fmla="*/ 5609810 h 5618356"/>
              <a:gd name="connsiteX4" fmla="*/ 202263 w 10954551"/>
              <a:gd name="connsiteY4" fmla="*/ 5604665 h 5618356"/>
              <a:gd name="connsiteX5" fmla="*/ 0 w 10954551"/>
              <a:gd name="connsiteY5" fmla="*/ 5356497 h 5618356"/>
              <a:gd name="connsiteX6" fmla="*/ 8545 w 10954551"/>
              <a:gd name="connsiteY6" fmla="*/ 0 h 56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54551" h="5618356">
                <a:moveTo>
                  <a:pt x="8545" y="0"/>
                </a:moveTo>
                <a:lnTo>
                  <a:pt x="10946005" y="8546"/>
                </a:lnTo>
                <a:cubicBezTo>
                  <a:pt x="10948854" y="1878483"/>
                  <a:pt x="10951702" y="3748419"/>
                  <a:pt x="10954551" y="5618356"/>
                </a:cubicBez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E" dirty="0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31D26ADD-50E0-864E-879F-AED5604BF2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453" y="2318879"/>
            <a:ext cx="109639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534ABFA-B94B-7346-9AA3-E2278EC84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453" y="4071937"/>
            <a:ext cx="10963985" cy="1043343"/>
          </a:xfrm>
          <a:prstGeom prst="rect">
            <a:avLst/>
          </a:prstGeom>
        </p:spPr>
        <p:txBody>
          <a:bodyPr/>
          <a:lstStyle>
            <a:lvl1pPr algn="ctr"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2pPr>
            <a:lvl3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3pPr>
            <a:lvl4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4pPr>
            <a:lvl5pPr algn="ctr">
              <a:buNone/>
              <a:defRPr b="1" i="0">
                <a:solidFill>
                  <a:schemeClr val="bg1"/>
                </a:solidFill>
                <a:latin typeface="ITC Officina Sans Std Book" panose="020B0506040203020204" pitchFamily="34" charset="77"/>
              </a:defRPr>
            </a:lvl5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7" name="Afbeelding 5">
            <a:extLst>
              <a:ext uri="{FF2B5EF4-FFF2-40B4-BE49-F238E27FC236}">
                <a16:creationId xmlns:a16="http://schemas.microsoft.com/office/drawing/2014/main" id="{B9DEEA89-1D64-4629-B832-554B89D051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88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wi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C3132F7D-D063-1C4B-8D0F-49AC33221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39820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99222-05DA-F24F-99F4-A098BCC40D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pic>
        <p:nvPicPr>
          <p:cNvPr id="14" name="Afbeelding 5">
            <a:extLst>
              <a:ext uri="{FF2B5EF4-FFF2-40B4-BE49-F238E27FC236}">
                <a16:creationId xmlns:a16="http://schemas.microsoft.com/office/drawing/2014/main" id="{5364E5CA-8701-44A9-9FAA-5375A1F5CE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90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3">
            <a:extLst>
              <a:ext uri="{FF2B5EF4-FFF2-40B4-BE49-F238E27FC236}">
                <a16:creationId xmlns:a16="http://schemas.microsoft.com/office/drawing/2014/main" id="{BF020726-1AA6-EE4D-9CD8-9B40673609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89753A3A-E019-254C-9677-C9C519017A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8" y="3613790"/>
            <a:ext cx="376159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4D01101A-4B64-9146-92CB-AB7133B61F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8" y="1500371"/>
            <a:ext cx="3762375" cy="1945955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0"/>
              </a:spcBef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</p:spTree>
    <p:extLst>
      <p:ext uri="{BB962C8B-B14F-4D97-AF65-F5344CB8AC3E}">
        <p14:creationId xmlns:p14="http://schemas.microsoft.com/office/powerpoint/2010/main" val="1092190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Antwerpen_1imagequoteand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09DBE046-B8F3-D840-ABA8-37DDBE8E14F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27478"/>
            <a:ext cx="10944225" cy="5609810"/>
          </a:xfrm>
          <a:custGeom>
            <a:avLst/>
            <a:gdLst>
              <a:gd name="connsiteX0" fmla="*/ 8545 w 10944225"/>
              <a:gd name="connsiteY0" fmla="*/ 0 h 5609810"/>
              <a:gd name="connsiteX1" fmla="*/ 10944225 w 10944225"/>
              <a:gd name="connsiteY1" fmla="*/ 8545 h 5609810"/>
              <a:gd name="connsiteX2" fmla="*/ 10944225 w 10944225"/>
              <a:gd name="connsiteY2" fmla="*/ 5609810 h 5609810"/>
              <a:gd name="connsiteX3" fmla="*/ 253304 w 10944225"/>
              <a:gd name="connsiteY3" fmla="*/ 5609810 h 5609810"/>
              <a:gd name="connsiteX4" fmla="*/ 202263 w 10944225"/>
              <a:gd name="connsiteY4" fmla="*/ 5604665 h 5609810"/>
              <a:gd name="connsiteX5" fmla="*/ 0 w 10944225"/>
              <a:gd name="connsiteY5" fmla="*/ 5356497 h 5609810"/>
              <a:gd name="connsiteX6" fmla="*/ 8545 w 10944225"/>
              <a:gd name="connsiteY6" fmla="*/ 0 h 560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44225" h="5609810">
                <a:moveTo>
                  <a:pt x="8545" y="0"/>
                </a:moveTo>
                <a:lnTo>
                  <a:pt x="10944225" y="8545"/>
                </a:lnTo>
                <a:lnTo>
                  <a:pt x="10944225" y="5609810"/>
                </a:lnTo>
                <a:lnTo>
                  <a:pt x="253304" y="5609810"/>
                </a:lnTo>
                <a:lnTo>
                  <a:pt x="202263" y="5604665"/>
                </a:lnTo>
                <a:cubicBezTo>
                  <a:pt x="86832" y="5581044"/>
                  <a:pt x="0" y="5478911"/>
                  <a:pt x="0" y="5356497"/>
                </a:cubicBezTo>
                <a:cubicBezTo>
                  <a:pt x="2848" y="3570998"/>
                  <a:pt x="5697" y="1785499"/>
                  <a:pt x="854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75000"/>
              <a:buFontTx/>
              <a:buNone/>
              <a:tabLst/>
              <a:defRPr/>
            </a:pPr>
            <a:r>
              <a:rPr lang="en-US" noProof="0"/>
              <a:t>Click the icon to add an image</a:t>
            </a: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29C33EA9-EAA8-554B-9770-EC4BF96CD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6519" y="3613790"/>
            <a:ext cx="3415735" cy="7286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First Name 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A2A5195-C3FC-3548-A159-FD845F8D8A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5739" y="1500371"/>
            <a:ext cx="3416443" cy="1945955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Quote</a:t>
            </a:r>
          </a:p>
        </p:txBody>
      </p:sp>
      <p:pic>
        <p:nvPicPr>
          <p:cNvPr id="16" name="Afbeelding 5">
            <a:extLst>
              <a:ext uri="{FF2B5EF4-FFF2-40B4-BE49-F238E27FC236}">
                <a16:creationId xmlns:a16="http://schemas.microsoft.com/office/drawing/2014/main" id="{D1E7E4FE-EB1E-4D7F-8B3F-62E84FC8F5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7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1948A336-DFA9-6348-B512-B2BBC75D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9" name="Tijdelijke aanduiding voor dianummer 3">
            <a:extLst>
              <a:ext uri="{FF2B5EF4-FFF2-40B4-BE49-F238E27FC236}">
                <a16:creationId xmlns:a16="http://schemas.microsoft.com/office/drawing/2014/main" id="{ACEE07E0-D229-2548-A4C6-019956C34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3493" y="6339173"/>
            <a:ext cx="26446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E038E271-308C-2E46-A3EC-56326F9084CC}" type="slidenum">
              <a:rPr lang="nl-BE" smtClean="0"/>
              <a:pPr/>
              <a:t>‹#›</a:t>
            </a:fld>
            <a:endParaRPr lang="nl-BE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2212B-EACF-4AB5-8035-E9729BF5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516380"/>
            <a:ext cx="10944225" cy="47209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8" name="Afbeelding 5">
            <a:extLst>
              <a:ext uri="{FF2B5EF4-FFF2-40B4-BE49-F238E27FC236}">
                <a16:creationId xmlns:a16="http://schemas.microsoft.com/office/drawing/2014/main" id="{28FB73F1-7269-47FF-86D6-7DE69164075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26400" y="6466361"/>
            <a:ext cx="867176" cy="226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5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6" r:id="rId8"/>
    <p:sldLayoutId id="2147484117" r:id="rId9"/>
    <p:sldLayoutId id="2147484111" r:id="rId10"/>
    <p:sldLayoutId id="2147484113" r:id="rId11"/>
    <p:sldLayoutId id="2147484112" r:id="rId12"/>
    <p:sldLayoutId id="2147484102" r:id="rId13"/>
  </p:sldLayoutIdLst>
  <p:hf hdr="0"/>
  <p:txStyles>
    <p:titleStyle>
      <a:lvl1pPr algn="l" defTabSz="1217054" rtl="0" eaLnBrk="1" fontAlgn="base" hangingPunct="1">
        <a:spcBef>
          <a:spcPct val="0"/>
        </a:spcBef>
        <a:spcAft>
          <a:spcPct val="0"/>
        </a:spcAft>
        <a:defRPr sz="3800" b="1" i="0" kern="1200">
          <a:solidFill>
            <a:schemeClr val="accent2"/>
          </a:solidFill>
          <a:latin typeface="Calibri" panose="020F0502020204030204" pitchFamily="34" charset="0"/>
          <a:ea typeface="Verdana" charset="0"/>
          <a:cs typeface="Calibri" panose="020F0502020204030204" pitchFamily="34" charset="0"/>
        </a:defRPr>
      </a:lvl1pPr>
      <a:lvl2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algn="l" defTabSz="1217054" rtl="0" eaLnBrk="1" fontAlgn="base" hangingPunct="1">
        <a:spcBef>
          <a:spcPct val="0"/>
        </a:spcBef>
        <a:spcAft>
          <a:spcPct val="0"/>
        </a:spcAft>
        <a:defRPr sz="2667">
          <a:solidFill>
            <a:schemeClr val="accent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682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§"/>
        <a:defRPr sz="2800" b="1" i="0" kern="1200">
          <a:solidFill>
            <a:schemeClr val="tx1"/>
          </a:solidFill>
          <a:latin typeface="+mn-lt"/>
          <a:ea typeface="Verdana" charset="0"/>
          <a:cs typeface="Calibri Light" panose="020F0302020204030204" pitchFamily="34" charset="0"/>
        </a:defRPr>
      </a:lvl1pPr>
      <a:lvl2pPr marL="628650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2pPr>
      <a:lvl3pPr marL="987425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3pPr>
      <a:lvl4pPr marL="1347788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4pPr>
      <a:lvl5pPr marL="1700213" indent="-268288" algn="l" defTabSz="1217054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charset="0"/>
          <a:cs typeface="Calibri" panose="020F0502020204030204" pitchFamily="34" charset="0"/>
        </a:defRPr>
      </a:lvl5pPr>
      <a:lvl6pPr marL="2076450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575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lang="nl-BE" sz="1800" kern="1200" dirty="0" err="1" smtClean="0">
          <a:solidFill>
            <a:schemeClr val="tx1"/>
          </a:solidFill>
          <a:latin typeface="+mn-lt"/>
          <a:ea typeface="+mn-ea"/>
          <a:cs typeface="+mn-cs"/>
        </a:defRPr>
      </a:lvl7pPr>
      <a:lvl8pPr marL="2795587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160712" indent="-285750" algn="l" defTabSz="121914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4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vivity.com/how-to-write-good-code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7654-B1F8-CB41-A11C-78EAAE0B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4000" b="0" dirty="0"/>
              <a:t>Enhancing Readability of Automatically Generated Unit Tests: Leveraging LLMs for Meaningful Identifier Naming</a:t>
            </a:r>
            <a:endParaRPr lang="en-US" sz="40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9F27B-4FA1-1945-B3AE-2234EB3F5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887" y="4692405"/>
            <a:ext cx="10944225" cy="1062037"/>
          </a:xfrm>
        </p:spPr>
        <p:txBody>
          <a:bodyPr/>
          <a:lstStyle/>
          <a:p>
            <a:r>
              <a:rPr lang="en-US" dirty="0"/>
              <a:t>Jason Liu</a:t>
            </a:r>
          </a:p>
        </p:txBody>
      </p:sp>
    </p:spTree>
    <p:extLst>
      <p:ext uri="{BB962C8B-B14F-4D97-AF65-F5344CB8AC3E}">
        <p14:creationId xmlns:p14="http://schemas.microsoft.com/office/powerpoint/2010/main" val="232380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494FE7-D33E-49E5-9FED-BE14093B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 anchor="t">
            <a:normAutofit/>
          </a:bodyPr>
          <a:lstStyle/>
          <a:p>
            <a:r>
              <a:rPr lang="en-US" dirty="0"/>
              <a:t>Overview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9C863-A5D5-2E4E-BD1E-C5C0C33F5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2</a:t>
            </a:fld>
            <a:endParaRPr lang="nl-BE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9C801D6C-BE13-2086-0E92-9439C1935A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06540"/>
              </p:ext>
            </p:extLst>
          </p:nvPr>
        </p:nvGraphicFramePr>
        <p:xfrm>
          <a:off x="623889" y="1578459"/>
          <a:ext cx="10944224" cy="4658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401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CE4645-C166-9923-1D86-33E4B6648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3</a:t>
            </a:fld>
            <a:endParaRPr lang="nl-BE" dirty="0">
              <a:latin typeface="Calibri Light" panose="020F03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175711-4369-E025-2CDC-02826969C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523" y="616643"/>
            <a:ext cx="10725790" cy="732324"/>
          </a:xfrm>
        </p:spPr>
        <p:txBody>
          <a:bodyPr/>
          <a:lstStyle/>
          <a:p>
            <a:r>
              <a:rPr lang="en-GB" dirty="0"/>
              <a:t>Problem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A7D5FC-A245-55A9-5C26-4E7A9023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91" y="2482769"/>
            <a:ext cx="7479418" cy="252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3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2D29-B997-3DEE-37CE-E8DA234A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8EAF6-AAAE-B042-1DD1-B34F459A4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4</a:t>
            </a:fld>
            <a:endParaRPr lang="nl-B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B1938E-4DBB-1265-658F-F664815F99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0809" y="1578459"/>
            <a:ext cx="5307799" cy="522288"/>
          </a:xfrm>
        </p:spPr>
        <p:txBody>
          <a:bodyPr/>
          <a:lstStyle/>
          <a:p>
            <a:r>
              <a:rPr lang="en-US" dirty="0"/>
              <a:t>Test code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D8FD79C-BA78-485A-8FF8-D4E84021328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3391" y="1578459"/>
            <a:ext cx="5307799" cy="522288"/>
          </a:xfrm>
        </p:spPr>
        <p:txBody>
          <a:bodyPr/>
          <a:lstStyle/>
          <a:p>
            <a:r>
              <a:rPr lang="en-US" dirty="0"/>
              <a:t>Test code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DB58AD-3E2E-2921-4005-96128CFC2E18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2"/>
          <a:stretch>
            <a:fillRect/>
          </a:stretch>
        </p:blipFill>
        <p:spPr>
          <a:xfrm>
            <a:off x="630809" y="2912886"/>
            <a:ext cx="4348597" cy="255174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DD385EA-EC0F-3232-BC86-AA03CF5D0A31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3"/>
          <a:stretch>
            <a:fillRect/>
          </a:stretch>
        </p:blipFill>
        <p:spPr>
          <a:xfrm>
            <a:off x="6340117" y="2912886"/>
            <a:ext cx="5134692" cy="253400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0182616-45D4-147B-69D6-66D15004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 anchor="t">
            <a:normAutofit/>
          </a:bodyPr>
          <a:lstStyle/>
          <a:p>
            <a:r>
              <a:rPr lang="en-GB" dirty="0"/>
              <a:t>Problem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6581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1988-3087-2C80-32E0-BF0F3AB5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926761-87ED-19CA-1004-1A6D56067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5</a:t>
            </a:fld>
            <a:endParaRPr lang="nl-B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72BFA44-A5C1-072A-C497-1FA625F0EB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0809" y="1578459"/>
            <a:ext cx="5307799" cy="522288"/>
          </a:xfrm>
        </p:spPr>
        <p:txBody>
          <a:bodyPr/>
          <a:lstStyle/>
          <a:p>
            <a:r>
              <a:rPr lang="en-US" dirty="0"/>
              <a:t>Test code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51F696B-1BBE-0429-790A-6739DD7C8E1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53391" y="1578459"/>
            <a:ext cx="5307799" cy="522288"/>
          </a:xfrm>
        </p:spPr>
        <p:txBody>
          <a:bodyPr/>
          <a:lstStyle/>
          <a:p>
            <a:r>
              <a:rPr lang="en-US" dirty="0"/>
              <a:t>Test code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35A118-475D-564A-79D3-5D250E9E2A4F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2"/>
          <a:stretch>
            <a:fillRect/>
          </a:stretch>
        </p:blipFill>
        <p:spPr>
          <a:xfrm>
            <a:off x="630809" y="2912886"/>
            <a:ext cx="4348597" cy="2551744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B618E8-9C77-EE3D-3129-C50FA67E2B44}"/>
              </a:ext>
            </a:extLst>
          </p:cNvPr>
          <p:cNvPicPr>
            <a:picLocks noGrp="1" noChangeAspect="1"/>
          </p:cNvPicPr>
          <p:nvPr>
            <p:ph sz="quarter" idx="28"/>
          </p:nvPr>
        </p:nvPicPr>
        <p:blipFill>
          <a:blip r:embed="rId3"/>
          <a:stretch>
            <a:fillRect/>
          </a:stretch>
        </p:blipFill>
        <p:spPr>
          <a:xfrm>
            <a:off x="6340117" y="2912886"/>
            <a:ext cx="5134692" cy="253400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78F11AC-2BCA-24E5-9F6B-55D38B4E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 anchor="t">
            <a:normAutofit/>
          </a:bodyPr>
          <a:lstStyle/>
          <a:p>
            <a:r>
              <a:rPr lang="en-GB" dirty="0"/>
              <a:t>Problem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D2808-1CF0-E848-7D62-057DF9038CCA}"/>
              </a:ext>
            </a:extLst>
          </p:cNvPr>
          <p:cNvSpPr txBox="1"/>
          <p:nvPr/>
        </p:nvSpPr>
        <p:spPr>
          <a:xfrm>
            <a:off x="623888" y="5595042"/>
            <a:ext cx="1594212" cy="2082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Made with </a:t>
            </a:r>
            <a:r>
              <a:rPr lang="en-GB" sz="1400" b="1" dirty="0" err="1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Pynguin</a:t>
            </a:r>
            <a:endParaRPr lang="en-BE" sz="1400" b="1" dirty="0">
              <a:solidFill>
                <a:schemeClr val="tx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27353-BB78-0AF4-D131-A975AFFDA300}"/>
              </a:ext>
            </a:extLst>
          </p:cNvPr>
          <p:cNvSpPr txBox="1"/>
          <p:nvPr/>
        </p:nvSpPr>
        <p:spPr>
          <a:xfrm>
            <a:off x="6340117" y="5595042"/>
            <a:ext cx="1594212" cy="2082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GB" sz="1400" b="1" dirty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Made by GPT-5</a:t>
            </a:r>
            <a:endParaRPr lang="en-BE" sz="1400" b="1" dirty="0">
              <a:solidFill>
                <a:schemeClr val="tx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26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F7E765-9715-FE39-72A6-B097790B5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23493" y="6339173"/>
            <a:ext cx="264461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038E271-308C-2E46-A3EC-56326F9084CC}" type="slidenum">
              <a:rPr lang="nl-BE" smtClean="0"/>
              <a:pPr>
                <a:spcAft>
                  <a:spcPts val="600"/>
                </a:spcAft>
              </a:pPr>
              <a:t>6</a:t>
            </a:fld>
            <a:endParaRPr lang="nl-BE"/>
          </a:p>
        </p:txBody>
      </p:sp>
      <p:sp>
        <p:nvSpPr>
          <p:cNvPr id="1031" name="Text Placeholder 2">
            <a:extLst>
              <a:ext uri="{FF2B5EF4-FFF2-40B4-BE49-F238E27FC236}">
                <a16:creationId xmlns:a16="http://schemas.microsoft.com/office/drawing/2014/main" id="{FC4CA56F-4A53-9808-E2C1-7805404B80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0810" y="1578459"/>
            <a:ext cx="3438000" cy="522288"/>
          </a:xfrm>
        </p:spPr>
        <p:txBody>
          <a:bodyPr/>
          <a:lstStyle/>
          <a:p>
            <a:r>
              <a:rPr lang="en-US" dirty="0"/>
              <a:t>Automated</a:t>
            </a:r>
          </a:p>
        </p:txBody>
      </p:sp>
      <p:sp>
        <p:nvSpPr>
          <p:cNvPr id="1033" name="Text Placeholder 3">
            <a:extLst>
              <a:ext uri="{FF2B5EF4-FFF2-40B4-BE49-F238E27FC236}">
                <a16:creationId xmlns:a16="http://schemas.microsoft.com/office/drawing/2014/main" id="{DB6333BB-4F63-E756-9A3B-AD17E9FC971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6376" y="1578459"/>
            <a:ext cx="3438000" cy="522288"/>
          </a:xfrm>
        </p:spPr>
        <p:txBody>
          <a:bodyPr/>
          <a:lstStyle/>
          <a:p>
            <a:r>
              <a:rPr lang="en-US" dirty="0"/>
              <a:t>Complexer</a:t>
            </a:r>
          </a:p>
        </p:txBody>
      </p:sp>
      <p:sp>
        <p:nvSpPr>
          <p:cNvPr id="1035" name="Text Placeholder 4">
            <a:extLst>
              <a:ext uri="{FF2B5EF4-FFF2-40B4-BE49-F238E27FC236}">
                <a16:creationId xmlns:a16="http://schemas.microsoft.com/office/drawing/2014/main" id="{D801C3F8-3BDD-F8AD-312D-B26E521611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383593" y="1578459"/>
            <a:ext cx="3438000" cy="522288"/>
          </a:xfrm>
        </p:spPr>
        <p:txBody>
          <a:bodyPr/>
          <a:lstStyle/>
          <a:p>
            <a:r>
              <a:rPr lang="en-US" dirty="0"/>
              <a:t>Bigger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4E49661-AE45-7DAD-D423-37C3D1698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24" y="3137139"/>
            <a:ext cx="2085230" cy="2085230"/>
          </a:xfrm>
          <a:prstGeom prst="rect">
            <a:avLst/>
          </a:prstGeom>
          <a:noFill/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5E492A8-C8C9-4C6E-3098-F6B2988D2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624" y="3189257"/>
            <a:ext cx="1980993" cy="1980993"/>
          </a:xfrm>
          <a:prstGeom prst="rect">
            <a:avLst/>
          </a:prstGeom>
          <a:noFill/>
        </p:spPr>
      </p:pic>
      <p:pic>
        <p:nvPicPr>
          <p:cNvPr id="1026" name="Picture 2" descr="Puzzle pieces icon outline vector illustration">
            <a:extLst>
              <a:ext uri="{FF2B5EF4-FFF2-40B4-BE49-F238E27FC236}">
                <a16:creationId xmlns:a16="http://schemas.microsoft.com/office/drawing/2014/main" id="{52D551DE-7348-3681-033B-941388666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36376" y="3212817"/>
            <a:ext cx="3438000" cy="193387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BE194B-99B6-CEE2-CF13-41879250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20713"/>
            <a:ext cx="10944226" cy="791794"/>
          </a:xfrm>
        </p:spPr>
        <p:txBody>
          <a:bodyPr anchor="t">
            <a:normAutofit/>
          </a:bodyPr>
          <a:lstStyle/>
          <a:p>
            <a:r>
              <a:rPr lang="en-GB" dirty="0"/>
              <a:t>Problem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38747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B702-1A21-2193-7B13-155141BD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39E529-711F-2605-7308-6CEA05130D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52243-1D62-CB27-A567-E1419C75CE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61F48-7362-C5F7-229D-C7CED972D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40" y="2677489"/>
            <a:ext cx="10540473" cy="239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21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D56A-BD52-59B2-17EF-E8BDA5B41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3321A7-AFC5-9747-BBE0-8E5741D56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B5E3-82AA-7F70-93C7-30254EB7F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Arno’s work</a:t>
            </a:r>
          </a:p>
          <a:p>
            <a:r>
              <a:rPr lang="en-GB" dirty="0"/>
              <a:t>Dataset</a:t>
            </a:r>
          </a:p>
          <a:p>
            <a:r>
              <a:rPr lang="en-GB" dirty="0"/>
              <a:t>Docker</a:t>
            </a:r>
          </a:p>
          <a:p>
            <a:r>
              <a:rPr lang="en-GB" dirty="0"/>
              <a:t>API</a:t>
            </a:r>
          </a:p>
          <a:p>
            <a:r>
              <a:rPr lang="en-GB" dirty="0"/>
              <a:t>LLM tuning</a:t>
            </a:r>
          </a:p>
        </p:txBody>
      </p:sp>
    </p:spTree>
    <p:extLst>
      <p:ext uri="{BB962C8B-B14F-4D97-AF65-F5344CB8AC3E}">
        <p14:creationId xmlns:p14="http://schemas.microsoft.com/office/powerpoint/2010/main" val="209540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1850-E36D-B6D4-2E78-3FBEDABC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CB9410-E092-BAB4-9300-3859F18FC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5EBAE-7926-BF81-3E18-8C2ED4BA87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Reproduceable</a:t>
            </a:r>
          </a:p>
          <a:p>
            <a:r>
              <a:rPr lang="en-GB" dirty="0"/>
              <a:t>Small steps</a:t>
            </a:r>
          </a:p>
          <a:p>
            <a:r>
              <a:rPr lang="en-GB" dirty="0"/>
              <a:t>Train/Tune early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10192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92977-1C10-8ABF-7E19-273F2470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6FAA-D1FE-86DE-B209-933A3DF8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D72C9-513E-F83B-0F11-2C5FB569AF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8E271-308C-2E46-A3EC-56326F9084CC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81C36-799C-26C5-9AFE-1FDA8BF0F4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889" y="1516380"/>
            <a:ext cx="4975633" cy="4720907"/>
          </a:xfrm>
        </p:spPr>
        <p:txBody>
          <a:bodyPr/>
          <a:lstStyle/>
          <a:p>
            <a:r>
              <a:rPr lang="en-GB" dirty="0"/>
              <a:t>Readability</a:t>
            </a:r>
          </a:p>
          <a:p>
            <a:pPr lvl="1"/>
            <a:r>
              <a:rPr lang="en-GB" dirty="0"/>
              <a:t>Unit test generation</a:t>
            </a:r>
          </a:p>
          <a:p>
            <a:pPr lvl="1"/>
            <a:r>
              <a:rPr lang="en-GB" dirty="0"/>
              <a:t>LLM</a:t>
            </a:r>
          </a:p>
          <a:p>
            <a:pPr lvl="1"/>
            <a:endParaRPr lang="en-GB" dirty="0"/>
          </a:p>
          <a:p>
            <a:r>
              <a:rPr lang="en-GB" dirty="0"/>
              <a:t>Solution</a:t>
            </a:r>
          </a:p>
          <a:p>
            <a:pPr lvl="1"/>
            <a:r>
              <a:rPr lang="en-GB" dirty="0"/>
              <a:t>Unknown (for now)</a:t>
            </a:r>
          </a:p>
          <a:p>
            <a:pPr lvl="1"/>
            <a:r>
              <a:rPr lang="en-GB" dirty="0"/>
              <a:t>Reproduceable</a:t>
            </a:r>
          </a:p>
        </p:txBody>
      </p:sp>
      <p:pic>
        <p:nvPicPr>
          <p:cNvPr id="7" name="Picture 2" descr="Differences between good and bad code">
            <a:extLst>
              <a:ext uri="{FF2B5EF4-FFF2-40B4-BE49-F238E27FC236}">
                <a16:creationId xmlns:a16="http://schemas.microsoft.com/office/drawing/2014/main" id="{52105CEE-2440-50A6-8A5D-019CE1D19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68" y="1956416"/>
            <a:ext cx="4669249" cy="3840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D27E1B-0B3F-2BF8-EBD0-83B7E1F729F6}"/>
              </a:ext>
            </a:extLst>
          </p:cNvPr>
          <p:cNvSpPr txBox="1"/>
          <p:nvPr/>
        </p:nvSpPr>
        <p:spPr>
          <a:xfrm>
            <a:off x="6588868" y="5867096"/>
            <a:ext cx="2960485" cy="36512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GB" sz="1000" dirty="0" err="1"/>
              <a:t>Hromcov</a:t>
            </a:r>
            <a:r>
              <a:rPr lang="en-GB" sz="1000" dirty="0"/>
              <a:t>, A. (2020). </a:t>
            </a:r>
            <a:r>
              <a:rPr lang="en-GB" sz="1000" i="1" dirty="0"/>
              <a:t>How to write good code?</a:t>
            </a:r>
            <a:r>
              <a:rPr lang="en-GB" sz="1000" dirty="0"/>
              <a:t> </a:t>
            </a:r>
          </a:p>
          <a:p>
            <a:r>
              <a:rPr lang="en-GB" sz="1000" dirty="0" err="1"/>
              <a:t>Lvivity</a:t>
            </a:r>
            <a:r>
              <a:rPr lang="en-GB" sz="1000" dirty="0"/>
              <a:t>. </a:t>
            </a:r>
            <a:r>
              <a:rPr lang="en-GB" sz="1000" dirty="0">
                <a:hlinkClick r:id="rId3"/>
              </a:rPr>
              <a:t>https://lvivity.com/how-to-write-good-code</a:t>
            </a:r>
            <a:endParaRPr lang="en-BE" sz="1000" b="1" dirty="0">
              <a:solidFill>
                <a:schemeClr val="tx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20548"/>
      </p:ext>
    </p:extLst>
  </p:cSld>
  <p:clrMapOvr>
    <a:masterClrMapping/>
  </p:clrMapOvr>
</p:sld>
</file>

<file path=ppt/theme/theme1.xml><?xml version="1.0" encoding="utf-8"?>
<a:theme xmlns:a="http://schemas.openxmlformats.org/drawingml/2006/main" name="UAntwerpen-content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xtLst>
          <a:ext uri="{91240B29-F687-4f45-9708-019B960494DF}">
            <a14:hiddenLine xmlns:p="http://schemas.openxmlformats.org/presentationml/2006/main"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180000" tIns="180000" rIns="180000" bIns="180000" rtlCol="0" anchor="ctr"/>
      <a:lstStyle>
        <a:defPPr marL="0" indent="0" algn="ctr">
          <a:spcAft>
            <a:spcPts val="450"/>
          </a:spcAft>
          <a:buFont typeface="Arial" charset="0"/>
          <a:buNone/>
          <a:defRPr sz="1800" b="1" dirty="0" err="1" smtClean="0">
            <a:solidFill>
              <a:schemeClr val="bg1"/>
            </a:solidFill>
            <a:latin typeface="+mn-lt"/>
            <a:ea typeface="Verdana Regular" charset="0"/>
            <a:cs typeface="Verdana Regular" charset="0"/>
            <a:sym typeface="Securitas Sans Light" charset="0"/>
          </a:defRPr>
        </a:defPPr>
      </a:lstStyle>
    </a:spDef>
    <a:lnDef>
      <a:spPr>
        <a:ln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Font typeface="Arial" panose="020B0604020202020204" pitchFamily="34" charset="0"/>
          <a:buNone/>
          <a:defRPr sz="2800" b="1" smtClean="0">
            <a:solidFill>
              <a:schemeClr val="tx1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dp_powerpoint" id="{FEF18948-FC9D-1340-AA00-430FBBA861E5}" vid="{591CA67A-998E-6049-B579-1B92244B0BFA}"/>
    </a:ext>
  </a:extLst>
</a:theme>
</file>

<file path=ppt/theme/theme2.xml><?xml version="1.0" encoding="utf-8"?>
<a:theme xmlns:a="http://schemas.openxmlformats.org/drawingml/2006/main" name="UAntwerpen_titleslides">
  <a:themeElements>
    <a:clrScheme name="UA - WE">
      <a:dk1>
        <a:srgbClr val="002E65"/>
      </a:dk1>
      <a:lt1>
        <a:srgbClr val="FFFFFF"/>
      </a:lt1>
      <a:dk2>
        <a:srgbClr val="002E65"/>
      </a:dk2>
      <a:lt2>
        <a:srgbClr val="BBCCCC"/>
      </a:lt2>
      <a:accent1>
        <a:srgbClr val="002E65"/>
      </a:accent1>
      <a:accent2>
        <a:srgbClr val="006CA9"/>
      </a:accent2>
      <a:accent3>
        <a:srgbClr val="EA2C38"/>
      </a:accent3>
      <a:accent4>
        <a:srgbClr val="ADA500"/>
      </a:accent4>
      <a:accent5>
        <a:srgbClr val="AC242A"/>
      </a:accent5>
      <a:accent6>
        <a:srgbClr val="44B8F3"/>
      </a:accent6>
      <a:hlink>
        <a:srgbClr val="7575CB"/>
      </a:hlink>
      <a:folHlink>
        <a:srgbClr val="B1009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C9875C091B247AB9617006510CC43" ma:contentTypeVersion="9" ma:contentTypeDescription="Een nieuw document maken." ma:contentTypeScope="" ma:versionID="6792b0d8b1b497ec7b6f2fc518ad6b71">
  <xsd:schema xmlns:xsd="http://www.w3.org/2001/XMLSchema" xmlns:xs="http://www.w3.org/2001/XMLSchema" xmlns:p="http://schemas.microsoft.com/office/2006/metadata/properties" xmlns:ns2="a09e4e9c-009f-4841-8876-57cddbde6e17" xmlns:ns3="e4e19ae9-58fe-4993-a35b-a8a84bb511ff" targetNamespace="http://schemas.microsoft.com/office/2006/metadata/properties" ma:root="true" ma:fieldsID="4e3ada4487ef8e46945618bd17b59294" ns2:_="" ns3:_="">
    <xsd:import namespace="a09e4e9c-009f-4841-8876-57cddbde6e17"/>
    <xsd:import namespace="e4e19ae9-58fe-4993-a35b-a8a84bb511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e4e9c-009f-4841-8876-57cddbde6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9ae9-58fe-4993-a35b-a8a84bb51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49BF5-F7E1-46D5-B581-A176D4426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9e4e9c-009f-4841-8876-57cddbde6e17"/>
    <ds:schemaRef ds:uri="e4e19ae9-58fe-4993-a35b-a8a84bb511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A93269-0A2D-4449-AFE7-E8570D6EC4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D6EDECA-2FC6-4CC6-BF57-774C7A66E7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vdp_powerpoint</Template>
  <TotalTime>4926</TotalTime>
  <Words>109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ITC Officina Sans Std Book</vt:lpstr>
      <vt:lpstr>Trebuchet MS</vt:lpstr>
      <vt:lpstr>Verdana</vt:lpstr>
      <vt:lpstr>Wingdings</vt:lpstr>
      <vt:lpstr>UAntwerpen-content</vt:lpstr>
      <vt:lpstr>UAntwerpen_titleslides</vt:lpstr>
      <vt:lpstr>Enhancing Readability of Automatically Generated Unit Tests: Leveraging LLMs for Meaningful Identifier Naming</vt:lpstr>
      <vt:lpstr>Overview</vt:lpstr>
      <vt:lpstr>Problem</vt:lpstr>
      <vt:lpstr>Problem</vt:lpstr>
      <vt:lpstr>Problem</vt:lpstr>
      <vt:lpstr>Problem</vt:lpstr>
      <vt:lpstr>Solution</vt:lpstr>
      <vt:lpstr>Progress</vt:lpstr>
      <vt:lpstr>Key takeaways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Jason Liu</cp:lastModifiedBy>
  <cp:revision>63</cp:revision>
  <dcterms:created xsi:type="dcterms:W3CDTF">2020-12-07T09:05:54Z</dcterms:created>
  <dcterms:modified xsi:type="dcterms:W3CDTF">2025-11-14T14:21:51Z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0x010100707C9875C091B247AB9617006510CC43</vt:lpwstr>
  </property>
</Properties>
</file>